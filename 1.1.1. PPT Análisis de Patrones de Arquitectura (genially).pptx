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5" r:id="rId4"/>
    <p:sldMasterId id="2147483710" r:id="rId5"/>
  </p:sldMasterIdLst>
  <p:notesMasterIdLst>
    <p:notesMasterId r:id="rId24"/>
  </p:notesMasterIdLst>
  <p:sldIdLst>
    <p:sldId id="272" r:id="rId6"/>
    <p:sldId id="259" r:id="rId7"/>
    <p:sldId id="263" r:id="rId8"/>
    <p:sldId id="353" r:id="rId9"/>
    <p:sldId id="413" r:id="rId10"/>
    <p:sldId id="414" r:id="rId11"/>
    <p:sldId id="415" r:id="rId12"/>
    <p:sldId id="416" r:id="rId13"/>
    <p:sldId id="417" r:id="rId14"/>
    <p:sldId id="423" r:id="rId15"/>
    <p:sldId id="264" r:id="rId16"/>
    <p:sldId id="324" r:id="rId17"/>
    <p:sldId id="329" r:id="rId18"/>
    <p:sldId id="424" r:id="rId19"/>
    <p:sldId id="419" r:id="rId20"/>
    <p:sldId id="420" r:id="rId21"/>
    <p:sldId id="421" r:id="rId22"/>
    <p:sldId id="290"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E7CDD"/>
    <a:srgbClr val="EE7623"/>
    <a:srgbClr val="BB0034"/>
    <a:srgbClr val="9B50C0"/>
    <a:srgbClr val="F9B71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7B85A82-79BE-721B-81A1-7726F2BD97C1}" v="12" dt="2025-01-23T13:12:54.7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132"/>
    <p:restoredTop sz="77970"/>
  </p:normalViewPr>
  <p:slideViewPr>
    <p:cSldViewPr snapToGrid="0">
      <p:cViewPr varScale="1">
        <p:scale>
          <a:sx n="82" d="100"/>
          <a:sy n="82" d="100"/>
        </p:scale>
        <p:origin x="1566" y="96"/>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lipe Nova R." userId="S::fnovar@duoc.cl::de2c8997-0eba-4ec6-b19d-668cbf3ee05a" providerId="AD" clId="Web-{0DB33420-D998-1E89-1C80-34CD4D9C9662}"/>
    <pc:docChg chg="addSld delSld modSld">
      <pc:chgData name="Felipe Nova R." userId="S::fnovar@duoc.cl::de2c8997-0eba-4ec6-b19d-668cbf3ee05a" providerId="AD" clId="Web-{0DB33420-D998-1E89-1C80-34CD4D9C9662}" dt="2024-11-22T16:49:40.735" v="473"/>
      <pc:docMkLst>
        <pc:docMk/>
      </pc:docMkLst>
      <pc:sldChg chg="addSp delSp modSp">
        <pc:chgData name="Felipe Nova R." userId="S::fnovar@duoc.cl::de2c8997-0eba-4ec6-b19d-668cbf3ee05a" providerId="AD" clId="Web-{0DB33420-D998-1E89-1C80-34CD4D9C9662}" dt="2024-11-22T15:57:04.415" v="59" actId="1076"/>
        <pc:sldMkLst>
          <pc:docMk/>
          <pc:sldMk cId="4275231237" sldId="259"/>
        </pc:sldMkLst>
        <pc:spChg chg="mod">
          <ac:chgData name="Felipe Nova R." userId="S::fnovar@duoc.cl::de2c8997-0eba-4ec6-b19d-668cbf3ee05a" providerId="AD" clId="Web-{0DB33420-D998-1E89-1C80-34CD4D9C9662}" dt="2024-11-22T15:55:30.441" v="48" actId="20577"/>
          <ac:spMkLst>
            <pc:docMk/>
            <pc:sldMk cId="4275231237" sldId="259"/>
            <ac:spMk id="2" creationId="{5B68A13F-7B0B-4B42-0E11-B6970DE6104B}"/>
          </ac:spMkLst>
        </pc:spChg>
        <pc:spChg chg="mod">
          <ac:chgData name="Felipe Nova R." userId="S::fnovar@duoc.cl::de2c8997-0eba-4ec6-b19d-668cbf3ee05a" providerId="AD" clId="Web-{0DB33420-D998-1E89-1C80-34CD4D9C9662}" dt="2024-11-22T15:57:04.415" v="59" actId="1076"/>
          <ac:spMkLst>
            <pc:docMk/>
            <pc:sldMk cId="4275231237" sldId="259"/>
            <ac:spMk id="3" creationId="{E4EF0026-D2A1-FEC2-6E09-DE4B8D3DE528}"/>
          </ac:spMkLst>
        </pc:spChg>
        <pc:picChg chg="add mod">
          <ac:chgData name="Felipe Nova R." userId="S::fnovar@duoc.cl::de2c8997-0eba-4ec6-b19d-668cbf3ee05a" providerId="AD" clId="Web-{0DB33420-D998-1E89-1C80-34CD4D9C9662}" dt="2024-11-22T15:57:00.181" v="58" actId="1076"/>
          <ac:picMkLst>
            <pc:docMk/>
            <pc:sldMk cId="4275231237" sldId="259"/>
            <ac:picMk id="4" creationId="{DED9E022-C7B3-AC3E-2F98-DAF6D438ECF0}"/>
          </ac:picMkLst>
        </pc:picChg>
      </pc:sldChg>
      <pc:sldChg chg="del">
        <pc:chgData name="Felipe Nova R." userId="S::fnovar@duoc.cl::de2c8997-0eba-4ec6-b19d-668cbf3ee05a" providerId="AD" clId="Web-{0DB33420-D998-1E89-1C80-34CD4D9C9662}" dt="2024-11-22T16:49:25.671" v="470"/>
        <pc:sldMkLst>
          <pc:docMk/>
          <pc:sldMk cId="341479088" sldId="262"/>
        </pc:sldMkLst>
      </pc:sldChg>
      <pc:sldChg chg="modSp">
        <pc:chgData name="Felipe Nova R." userId="S::fnovar@duoc.cl::de2c8997-0eba-4ec6-b19d-668cbf3ee05a" providerId="AD" clId="Web-{0DB33420-D998-1E89-1C80-34CD4D9C9662}" dt="2024-11-22T15:57:16.916" v="62" actId="1076"/>
        <pc:sldMkLst>
          <pc:docMk/>
          <pc:sldMk cId="2186185439" sldId="263"/>
        </pc:sldMkLst>
        <pc:spChg chg="mod">
          <ac:chgData name="Felipe Nova R." userId="S::fnovar@duoc.cl::de2c8997-0eba-4ec6-b19d-668cbf3ee05a" providerId="AD" clId="Web-{0DB33420-D998-1E89-1C80-34CD4D9C9662}" dt="2024-11-22T15:57:16.916" v="62" actId="1076"/>
          <ac:spMkLst>
            <pc:docMk/>
            <pc:sldMk cId="2186185439" sldId="263"/>
            <ac:spMk id="2" creationId="{40FBB4C7-D01B-3BCB-C12A-831C92914206}"/>
          </ac:spMkLst>
        </pc:spChg>
      </pc:sldChg>
      <pc:sldChg chg="modSp">
        <pc:chgData name="Felipe Nova R." userId="S::fnovar@duoc.cl::de2c8997-0eba-4ec6-b19d-668cbf3ee05a" providerId="AD" clId="Web-{0DB33420-D998-1E89-1C80-34CD4D9C9662}" dt="2024-11-22T16:19:00.450" v="216" actId="1076"/>
        <pc:sldMkLst>
          <pc:docMk/>
          <pc:sldMk cId="1708717869" sldId="264"/>
        </pc:sldMkLst>
        <pc:spChg chg="mod">
          <ac:chgData name="Felipe Nova R." userId="S::fnovar@duoc.cl::de2c8997-0eba-4ec6-b19d-668cbf3ee05a" providerId="AD" clId="Web-{0DB33420-D998-1E89-1C80-34CD4D9C9662}" dt="2024-11-22T16:19:00.450" v="216" actId="1076"/>
          <ac:spMkLst>
            <pc:docMk/>
            <pc:sldMk cId="1708717869" sldId="264"/>
            <ac:spMk id="2" creationId="{D5975D5F-3083-1EF5-C86C-E4F5A64AC628}"/>
          </ac:spMkLst>
        </pc:spChg>
      </pc:sldChg>
      <pc:sldChg chg="del">
        <pc:chgData name="Felipe Nova R." userId="S::fnovar@duoc.cl::de2c8997-0eba-4ec6-b19d-668cbf3ee05a" providerId="AD" clId="Web-{0DB33420-D998-1E89-1C80-34CD4D9C9662}" dt="2024-11-22T16:49:40.735" v="473"/>
        <pc:sldMkLst>
          <pc:docMk/>
          <pc:sldMk cId="1795622692" sldId="270"/>
        </pc:sldMkLst>
      </pc:sldChg>
      <pc:sldChg chg="del">
        <pc:chgData name="Felipe Nova R." userId="S::fnovar@duoc.cl::de2c8997-0eba-4ec6-b19d-668cbf3ee05a" providerId="AD" clId="Web-{0DB33420-D998-1E89-1C80-34CD4D9C9662}" dt="2024-11-22T16:49:27.734" v="471"/>
        <pc:sldMkLst>
          <pc:docMk/>
          <pc:sldMk cId="2640507694" sldId="271"/>
        </pc:sldMkLst>
      </pc:sldChg>
      <pc:sldChg chg="modSp">
        <pc:chgData name="Felipe Nova R." userId="S::fnovar@duoc.cl::de2c8997-0eba-4ec6-b19d-668cbf3ee05a" providerId="AD" clId="Web-{0DB33420-D998-1E89-1C80-34CD4D9C9662}" dt="2024-11-22T15:55:18.409" v="47" actId="1076"/>
        <pc:sldMkLst>
          <pc:docMk/>
          <pc:sldMk cId="130920155" sldId="272"/>
        </pc:sldMkLst>
        <pc:spChg chg="mod">
          <ac:chgData name="Felipe Nova R." userId="S::fnovar@duoc.cl::de2c8997-0eba-4ec6-b19d-668cbf3ee05a" providerId="AD" clId="Web-{0DB33420-D998-1E89-1C80-34CD4D9C9662}" dt="2024-11-22T15:55:18.409" v="47" actId="1076"/>
          <ac:spMkLst>
            <pc:docMk/>
            <pc:sldMk cId="130920155" sldId="272"/>
            <ac:spMk id="7" creationId="{C723C2F1-8D41-3CCE-2801-2BC97E255B83}"/>
          </ac:spMkLst>
        </pc:spChg>
        <pc:spChg chg="mod">
          <ac:chgData name="Felipe Nova R." userId="S::fnovar@duoc.cl::de2c8997-0eba-4ec6-b19d-668cbf3ee05a" providerId="AD" clId="Web-{0DB33420-D998-1E89-1C80-34CD4D9C9662}" dt="2024-11-22T15:54:10.639" v="33" actId="20577"/>
          <ac:spMkLst>
            <pc:docMk/>
            <pc:sldMk cId="130920155" sldId="272"/>
            <ac:spMk id="8" creationId="{74C79772-4F2B-0631-AEB4-ED8B13764062}"/>
          </ac:spMkLst>
        </pc:spChg>
      </pc:sldChg>
      <pc:sldChg chg="addSp delSp modSp">
        <pc:chgData name="Felipe Nova R." userId="S::fnovar@duoc.cl::de2c8997-0eba-4ec6-b19d-668cbf3ee05a" providerId="AD" clId="Web-{0DB33420-D998-1E89-1C80-34CD4D9C9662}" dt="2024-11-22T16:26:22.149" v="241" actId="20577"/>
        <pc:sldMkLst>
          <pc:docMk/>
          <pc:sldMk cId="3224093841" sldId="324"/>
        </pc:sldMkLst>
        <pc:spChg chg="mod">
          <ac:chgData name="Felipe Nova R." userId="S::fnovar@duoc.cl::de2c8997-0eba-4ec6-b19d-668cbf3ee05a" providerId="AD" clId="Web-{0DB33420-D998-1E89-1C80-34CD4D9C9662}" dt="2024-11-22T16:24:51.956" v="236" actId="1076"/>
          <ac:spMkLst>
            <pc:docMk/>
            <pc:sldMk cId="3224093841" sldId="324"/>
            <ac:spMk id="2" creationId="{D6C2790F-290A-EC45-A058-1A1EAFB2F748}"/>
          </ac:spMkLst>
        </pc:spChg>
        <pc:spChg chg="mod">
          <ac:chgData name="Felipe Nova R." userId="S::fnovar@duoc.cl::de2c8997-0eba-4ec6-b19d-668cbf3ee05a" providerId="AD" clId="Web-{0DB33420-D998-1E89-1C80-34CD4D9C9662}" dt="2024-11-22T16:26:22.149" v="241" actId="20577"/>
          <ac:spMkLst>
            <pc:docMk/>
            <pc:sldMk cId="3224093841" sldId="324"/>
            <ac:spMk id="3" creationId="{C80F031E-B958-E145-9E39-0834F94269BC}"/>
          </ac:spMkLst>
        </pc:spChg>
        <pc:spChg chg="mod">
          <ac:chgData name="Felipe Nova R." userId="S::fnovar@duoc.cl::de2c8997-0eba-4ec6-b19d-668cbf3ee05a" providerId="AD" clId="Web-{0DB33420-D998-1E89-1C80-34CD4D9C9662}" dt="2024-11-22T16:24:35.642" v="232" actId="14100"/>
          <ac:spMkLst>
            <pc:docMk/>
            <pc:sldMk cId="3224093841" sldId="324"/>
            <ac:spMk id="8" creationId="{7DDD4C84-536C-FA43-D7D9-0B925D31212E}"/>
          </ac:spMkLst>
        </pc:spChg>
        <pc:picChg chg="add mod">
          <ac:chgData name="Felipe Nova R." userId="S::fnovar@duoc.cl::de2c8997-0eba-4ec6-b19d-668cbf3ee05a" providerId="AD" clId="Web-{0DB33420-D998-1E89-1C80-34CD4D9C9662}" dt="2024-11-22T16:23:14.309" v="221" actId="1076"/>
          <ac:picMkLst>
            <pc:docMk/>
            <pc:sldMk cId="3224093841" sldId="324"/>
            <ac:picMk id="4" creationId="{EBBA4F59-B825-BDB3-8C42-C7291482A1FB}"/>
          </ac:picMkLst>
        </pc:picChg>
      </pc:sldChg>
      <pc:sldChg chg="addSp delSp modSp">
        <pc:chgData name="Felipe Nova R." userId="S::fnovar@duoc.cl::de2c8997-0eba-4ec6-b19d-668cbf3ee05a" providerId="AD" clId="Web-{0DB33420-D998-1E89-1C80-34CD4D9C9662}" dt="2024-11-22T16:32:49.813" v="272" actId="1076"/>
        <pc:sldMkLst>
          <pc:docMk/>
          <pc:sldMk cId="1013790760" sldId="329"/>
        </pc:sldMkLst>
        <pc:spChg chg="mod">
          <ac:chgData name="Felipe Nova R." userId="S::fnovar@duoc.cl::de2c8997-0eba-4ec6-b19d-668cbf3ee05a" providerId="AD" clId="Web-{0DB33420-D998-1E89-1C80-34CD4D9C9662}" dt="2024-11-22T16:32:49.813" v="272" actId="1076"/>
          <ac:spMkLst>
            <pc:docMk/>
            <pc:sldMk cId="1013790760" sldId="329"/>
            <ac:spMk id="3" creationId="{FF1F6468-B9B3-C15F-524A-B046496E6ED3}"/>
          </ac:spMkLst>
        </pc:spChg>
        <pc:spChg chg="mod">
          <ac:chgData name="Felipe Nova R." userId="S::fnovar@duoc.cl::de2c8997-0eba-4ec6-b19d-668cbf3ee05a" providerId="AD" clId="Web-{0DB33420-D998-1E89-1C80-34CD4D9C9662}" dt="2024-11-22T16:32:49.782" v="271" actId="1076"/>
          <ac:spMkLst>
            <pc:docMk/>
            <pc:sldMk cId="1013790760" sldId="329"/>
            <ac:spMk id="11266" creationId="{00000000-0000-0000-0000-000000000000}"/>
          </ac:spMkLst>
        </pc:spChg>
        <pc:spChg chg="mod">
          <ac:chgData name="Felipe Nova R." userId="S::fnovar@duoc.cl::de2c8997-0eba-4ec6-b19d-668cbf3ee05a" providerId="AD" clId="Web-{0DB33420-D998-1E89-1C80-34CD4D9C9662}" dt="2024-11-22T16:32:49.766" v="270" actId="1076"/>
          <ac:spMkLst>
            <pc:docMk/>
            <pc:sldMk cId="1013790760" sldId="329"/>
            <ac:spMk id="16387" creationId="{00000000-0000-0000-0000-000000000000}"/>
          </ac:spMkLst>
        </pc:spChg>
        <pc:picChg chg="add mod">
          <ac:chgData name="Felipe Nova R." userId="S::fnovar@duoc.cl::de2c8997-0eba-4ec6-b19d-668cbf3ee05a" providerId="AD" clId="Web-{0DB33420-D998-1E89-1C80-34CD4D9C9662}" dt="2024-11-22T16:31:10.276" v="263" actId="1076"/>
          <ac:picMkLst>
            <pc:docMk/>
            <pc:sldMk cId="1013790760" sldId="329"/>
            <ac:picMk id="5" creationId="{649D9A4E-3D2B-E865-89B1-AECC018EC1CF}"/>
          </ac:picMkLst>
        </pc:picChg>
      </pc:sldChg>
      <pc:sldChg chg="addSp delSp modSp">
        <pc:chgData name="Felipe Nova R." userId="S::fnovar@duoc.cl::de2c8997-0eba-4ec6-b19d-668cbf3ee05a" providerId="AD" clId="Web-{0DB33420-D998-1E89-1C80-34CD4D9C9662}" dt="2024-11-22T16:02:15.450" v="121" actId="20577"/>
        <pc:sldMkLst>
          <pc:docMk/>
          <pc:sldMk cId="1915862639" sldId="353"/>
        </pc:sldMkLst>
        <pc:spChg chg="mod">
          <ac:chgData name="Felipe Nova R." userId="S::fnovar@duoc.cl::de2c8997-0eba-4ec6-b19d-668cbf3ee05a" providerId="AD" clId="Web-{0DB33420-D998-1E89-1C80-34CD4D9C9662}" dt="2024-11-22T16:02:15.450" v="121" actId="20577"/>
          <ac:spMkLst>
            <pc:docMk/>
            <pc:sldMk cId="1915862639" sldId="353"/>
            <ac:spMk id="3" creationId="{8B7A01D4-C863-BE71-D42B-A6CAC2246C23}"/>
          </ac:spMkLst>
        </pc:spChg>
        <pc:picChg chg="add mod">
          <ac:chgData name="Felipe Nova R." userId="S::fnovar@duoc.cl::de2c8997-0eba-4ec6-b19d-668cbf3ee05a" providerId="AD" clId="Web-{0DB33420-D998-1E89-1C80-34CD4D9C9662}" dt="2024-11-22T16:00:44.913" v="105" actId="14100"/>
          <ac:picMkLst>
            <pc:docMk/>
            <pc:sldMk cId="1915862639" sldId="353"/>
            <ac:picMk id="4" creationId="{25A75E69-FB20-B258-7415-3E5E2E78269D}"/>
          </ac:picMkLst>
        </pc:picChg>
      </pc:sldChg>
      <pc:sldChg chg="modSp">
        <pc:chgData name="Felipe Nova R." userId="S::fnovar@duoc.cl::de2c8997-0eba-4ec6-b19d-668cbf3ee05a" providerId="AD" clId="Web-{0DB33420-D998-1E89-1C80-34CD4D9C9662}" dt="2024-11-22T15:59:08.751" v="89" actId="1076"/>
        <pc:sldMkLst>
          <pc:docMk/>
          <pc:sldMk cId="1784137495" sldId="413"/>
        </pc:sldMkLst>
        <pc:graphicFrameChg chg="mod">
          <ac:chgData name="Felipe Nova R." userId="S::fnovar@duoc.cl::de2c8997-0eba-4ec6-b19d-668cbf3ee05a" providerId="AD" clId="Web-{0DB33420-D998-1E89-1C80-34CD4D9C9662}" dt="2024-11-22T15:59:08.751" v="89" actId="1076"/>
          <ac:graphicFrameMkLst>
            <pc:docMk/>
            <pc:sldMk cId="1784137495" sldId="413"/>
            <ac:graphicFrameMk id="6" creationId="{59CFCFB9-BBAF-D908-2C18-9B96B04126E5}"/>
          </ac:graphicFrameMkLst>
        </pc:graphicFrameChg>
      </pc:sldChg>
      <pc:sldChg chg="addSp delSp modSp mod setBg">
        <pc:chgData name="Felipe Nova R." userId="S::fnovar@duoc.cl::de2c8997-0eba-4ec6-b19d-668cbf3ee05a" providerId="AD" clId="Web-{0DB33420-D998-1E89-1C80-34CD4D9C9662}" dt="2024-11-22T16:01:58.324" v="117" actId="20577"/>
        <pc:sldMkLst>
          <pc:docMk/>
          <pc:sldMk cId="1843537885" sldId="414"/>
        </pc:sldMkLst>
        <pc:spChg chg="mod">
          <ac:chgData name="Felipe Nova R." userId="S::fnovar@duoc.cl::de2c8997-0eba-4ec6-b19d-668cbf3ee05a" providerId="AD" clId="Web-{0DB33420-D998-1E89-1C80-34CD4D9C9662}" dt="2024-11-22T16:01:03.258" v="108" actId="1076"/>
          <ac:spMkLst>
            <pc:docMk/>
            <pc:sldMk cId="1843537885" sldId="414"/>
            <ac:spMk id="2" creationId="{54E462DD-8C02-BBCA-2DFA-93AF2B1682F9}"/>
          </ac:spMkLst>
        </pc:spChg>
        <pc:spChg chg="mod">
          <ac:chgData name="Felipe Nova R." userId="S::fnovar@duoc.cl::de2c8997-0eba-4ec6-b19d-668cbf3ee05a" providerId="AD" clId="Web-{0DB33420-D998-1E89-1C80-34CD4D9C9662}" dt="2024-11-22T16:01:58.324" v="117" actId="20577"/>
          <ac:spMkLst>
            <pc:docMk/>
            <pc:sldMk cId="1843537885" sldId="414"/>
            <ac:spMk id="3" creationId="{63655CB2-E909-EA49-D311-A9DB19424EA8}"/>
          </ac:spMkLst>
        </pc:spChg>
        <pc:grpChg chg="add">
          <ac:chgData name="Felipe Nova R." userId="S::fnovar@duoc.cl::de2c8997-0eba-4ec6-b19d-668cbf3ee05a" providerId="AD" clId="Web-{0DB33420-D998-1E89-1C80-34CD4D9C9662}" dt="2024-11-22T16:00:04.723" v="93"/>
          <ac:grpSpMkLst>
            <pc:docMk/>
            <pc:sldMk cId="1843537885" sldId="414"/>
            <ac:grpSpMk id="9" creationId="{6258F736-B256-8039-9DC6-F4E49A5C5AD5}"/>
          </ac:grpSpMkLst>
        </pc:grpChg>
        <pc:picChg chg="add mod">
          <ac:chgData name="Felipe Nova R." userId="S::fnovar@duoc.cl::de2c8997-0eba-4ec6-b19d-668cbf3ee05a" providerId="AD" clId="Web-{0DB33420-D998-1E89-1C80-34CD4D9C9662}" dt="2024-11-22T16:00:56.039" v="107" actId="1076"/>
          <ac:picMkLst>
            <pc:docMk/>
            <pc:sldMk cId="1843537885" sldId="414"/>
            <ac:picMk id="4" creationId="{52BAD195-A3B2-4EB0-E0F4-1A025FDDB780}"/>
          </ac:picMkLst>
        </pc:picChg>
      </pc:sldChg>
      <pc:sldChg chg="modSp">
        <pc:chgData name="Felipe Nova R." userId="S::fnovar@duoc.cl::de2c8997-0eba-4ec6-b19d-668cbf3ee05a" providerId="AD" clId="Web-{0DB33420-D998-1E89-1C80-34CD4D9C9662}" dt="2024-11-22T16:01:25.025" v="111" actId="1076"/>
        <pc:sldMkLst>
          <pc:docMk/>
          <pc:sldMk cId="2055926408" sldId="415"/>
        </pc:sldMkLst>
        <pc:graphicFrameChg chg="mod">
          <ac:chgData name="Felipe Nova R." userId="S::fnovar@duoc.cl::de2c8997-0eba-4ec6-b19d-668cbf3ee05a" providerId="AD" clId="Web-{0DB33420-D998-1E89-1C80-34CD4D9C9662}" dt="2024-11-22T16:01:25.025" v="111" actId="1076"/>
          <ac:graphicFrameMkLst>
            <pc:docMk/>
            <pc:sldMk cId="2055926408" sldId="415"/>
            <ac:graphicFrameMk id="6" creationId="{1AAA913F-94DB-6522-B287-5CC9461D0392}"/>
          </ac:graphicFrameMkLst>
        </pc:graphicFrameChg>
      </pc:sldChg>
      <pc:sldChg chg="addSp delSp modSp mod setBg">
        <pc:chgData name="Felipe Nova R." userId="S::fnovar@duoc.cl::de2c8997-0eba-4ec6-b19d-668cbf3ee05a" providerId="AD" clId="Web-{0DB33420-D998-1E89-1C80-34CD4D9C9662}" dt="2024-11-22T16:04:25.271" v="150" actId="20577"/>
        <pc:sldMkLst>
          <pc:docMk/>
          <pc:sldMk cId="4188409373" sldId="416"/>
        </pc:sldMkLst>
        <pc:spChg chg="mod">
          <ac:chgData name="Felipe Nova R." userId="S::fnovar@duoc.cl::de2c8997-0eba-4ec6-b19d-668cbf3ee05a" providerId="AD" clId="Web-{0DB33420-D998-1E89-1C80-34CD4D9C9662}" dt="2024-11-22T16:03:22.189" v="127" actId="1076"/>
          <ac:spMkLst>
            <pc:docMk/>
            <pc:sldMk cId="4188409373" sldId="416"/>
            <ac:spMk id="2" creationId="{A08469A9-2C11-D065-4F64-7ABFBACD9EF4}"/>
          </ac:spMkLst>
        </pc:spChg>
        <pc:spChg chg="mod">
          <ac:chgData name="Felipe Nova R." userId="S::fnovar@duoc.cl::de2c8997-0eba-4ec6-b19d-668cbf3ee05a" providerId="AD" clId="Web-{0DB33420-D998-1E89-1C80-34CD4D9C9662}" dt="2024-11-22T16:04:25.271" v="150" actId="20577"/>
          <ac:spMkLst>
            <pc:docMk/>
            <pc:sldMk cId="4188409373" sldId="416"/>
            <ac:spMk id="3" creationId="{62DEB8C7-9B8B-CCFB-D67A-82D9312E31CC}"/>
          </ac:spMkLst>
        </pc:spChg>
        <pc:grpChg chg="add">
          <ac:chgData name="Felipe Nova R." userId="S::fnovar@duoc.cl::de2c8997-0eba-4ec6-b19d-668cbf3ee05a" providerId="AD" clId="Web-{0DB33420-D998-1E89-1C80-34CD4D9C9662}" dt="2024-11-22T16:03:11.672" v="125"/>
          <ac:grpSpMkLst>
            <pc:docMk/>
            <pc:sldMk cId="4188409373" sldId="416"/>
            <ac:grpSpMk id="9" creationId="{6258F736-B256-8039-9DC6-F4E49A5C5AD5}"/>
          </ac:grpSpMkLst>
        </pc:grpChg>
        <pc:picChg chg="add mod modCrop">
          <ac:chgData name="Felipe Nova R." userId="S::fnovar@duoc.cl::de2c8997-0eba-4ec6-b19d-668cbf3ee05a" providerId="AD" clId="Web-{0DB33420-D998-1E89-1C80-34CD4D9C9662}" dt="2024-11-22T16:04:12.957" v="147" actId="1076"/>
          <ac:picMkLst>
            <pc:docMk/>
            <pc:sldMk cId="4188409373" sldId="416"/>
            <ac:picMk id="4" creationId="{4CB5790B-F9B3-17AE-6630-76360C364FCC}"/>
          </ac:picMkLst>
        </pc:picChg>
      </pc:sldChg>
      <pc:sldChg chg="addSp delSp modSp">
        <pc:chgData name="Felipe Nova R." userId="S::fnovar@duoc.cl::de2c8997-0eba-4ec6-b19d-668cbf3ee05a" providerId="AD" clId="Web-{0DB33420-D998-1E89-1C80-34CD4D9C9662}" dt="2024-11-22T16:08:30.192" v="191" actId="1076"/>
        <pc:sldMkLst>
          <pc:docMk/>
          <pc:sldMk cId="2462200307" sldId="417"/>
        </pc:sldMkLst>
        <pc:spChg chg="mod">
          <ac:chgData name="Felipe Nova R." userId="S::fnovar@duoc.cl::de2c8997-0eba-4ec6-b19d-668cbf3ee05a" providerId="AD" clId="Web-{0DB33420-D998-1E89-1C80-34CD4D9C9662}" dt="2024-11-22T16:04:31.912" v="151" actId="1076"/>
          <ac:spMkLst>
            <pc:docMk/>
            <pc:sldMk cId="2462200307" sldId="417"/>
            <ac:spMk id="2" creationId="{931EE06D-B8D5-4634-47E4-5377F0B32C50}"/>
          </ac:spMkLst>
        </pc:spChg>
        <pc:spChg chg="mod">
          <ac:chgData name="Felipe Nova R." userId="S::fnovar@duoc.cl::de2c8997-0eba-4ec6-b19d-668cbf3ee05a" providerId="AD" clId="Web-{0DB33420-D998-1E89-1C80-34CD4D9C9662}" dt="2024-11-22T16:08:30.192" v="191" actId="1076"/>
          <ac:spMkLst>
            <pc:docMk/>
            <pc:sldMk cId="2462200307" sldId="417"/>
            <ac:spMk id="3" creationId="{54024098-9DD9-0DB6-A879-771D28AEA9EF}"/>
          </ac:spMkLst>
        </pc:spChg>
        <pc:picChg chg="add mod modCrop">
          <ac:chgData name="Felipe Nova R." userId="S::fnovar@duoc.cl::de2c8997-0eba-4ec6-b19d-668cbf3ee05a" providerId="AD" clId="Web-{0DB33420-D998-1E89-1C80-34CD4D9C9662}" dt="2024-11-22T16:08:27.489" v="190" actId="1076"/>
          <ac:picMkLst>
            <pc:docMk/>
            <pc:sldMk cId="2462200307" sldId="417"/>
            <ac:picMk id="5" creationId="{D94F9484-642C-0F73-6797-1FED8A1D80A2}"/>
          </ac:picMkLst>
        </pc:picChg>
      </pc:sldChg>
      <pc:sldChg chg="addSp delSp modSp">
        <pc:chgData name="Felipe Nova R." userId="S::fnovar@duoc.cl::de2c8997-0eba-4ec6-b19d-668cbf3ee05a" providerId="AD" clId="Web-{0DB33420-D998-1E89-1C80-34CD4D9C9662}" dt="2024-11-22T16:36:27.264" v="316" actId="1076"/>
        <pc:sldMkLst>
          <pc:docMk/>
          <pc:sldMk cId="496314565" sldId="419"/>
        </pc:sldMkLst>
        <pc:spChg chg="mod">
          <ac:chgData name="Felipe Nova R." userId="S::fnovar@duoc.cl::de2c8997-0eba-4ec6-b19d-668cbf3ee05a" providerId="AD" clId="Web-{0DB33420-D998-1E89-1C80-34CD4D9C9662}" dt="2024-11-22T16:35:56.278" v="311" actId="1076"/>
          <ac:spMkLst>
            <pc:docMk/>
            <pc:sldMk cId="496314565" sldId="419"/>
            <ac:spMk id="4" creationId="{E8FA994C-CF53-B2C5-B6CD-527850BA7F59}"/>
          </ac:spMkLst>
        </pc:spChg>
        <pc:spChg chg="mod">
          <ac:chgData name="Felipe Nova R." userId="S::fnovar@duoc.cl::de2c8997-0eba-4ec6-b19d-668cbf3ee05a" providerId="AD" clId="Web-{0DB33420-D998-1E89-1C80-34CD4D9C9662}" dt="2024-11-22T16:36:00.762" v="312" actId="1076"/>
          <ac:spMkLst>
            <pc:docMk/>
            <pc:sldMk cId="496314565" sldId="419"/>
            <ac:spMk id="9" creationId="{2108DAF0-074E-6451-E97C-AAAAED4848D0}"/>
          </ac:spMkLst>
        </pc:spChg>
        <pc:picChg chg="add mod">
          <ac:chgData name="Felipe Nova R." userId="S::fnovar@duoc.cl::de2c8997-0eba-4ec6-b19d-668cbf3ee05a" providerId="AD" clId="Web-{0DB33420-D998-1E89-1C80-34CD4D9C9662}" dt="2024-11-22T16:36:27.264" v="316" actId="1076"/>
          <ac:picMkLst>
            <pc:docMk/>
            <pc:sldMk cId="496314565" sldId="419"/>
            <ac:picMk id="7" creationId="{03CF8E49-BC41-7C0F-DDE0-4BDCB50DB805}"/>
          </ac:picMkLst>
        </pc:picChg>
      </pc:sldChg>
      <pc:sldChg chg="addSp delSp modSp">
        <pc:chgData name="Felipe Nova R." userId="S::fnovar@duoc.cl::de2c8997-0eba-4ec6-b19d-668cbf3ee05a" providerId="AD" clId="Web-{0DB33420-D998-1E89-1C80-34CD4D9C9662}" dt="2024-11-22T16:39:50.917" v="411" actId="1076"/>
        <pc:sldMkLst>
          <pc:docMk/>
          <pc:sldMk cId="3005110204" sldId="420"/>
        </pc:sldMkLst>
        <pc:spChg chg="mod topLvl">
          <ac:chgData name="Felipe Nova R." userId="S::fnovar@duoc.cl::de2c8997-0eba-4ec6-b19d-668cbf3ee05a" providerId="AD" clId="Web-{0DB33420-D998-1E89-1C80-34CD4D9C9662}" dt="2024-11-22T16:38:33.959" v="390" actId="1076"/>
          <ac:spMkLst>
            <pc:docMk/>
            <pc:sldMk cId="3005110204" sldId="420"/>
            <ac:spMk id="3" creationId="{9990F5D4-83C8-5A8E-348C-7919AB6F755F}"/>
          </ac:spMkLst>
        </pc:spChg>
        <pc:spChg chg="mod topLvl">
          <ac:chgData name="Felipe Nova R." userId="S::fnovar@duoc.cl::de2c8997-0eba-4ec6-b19d-668cbf3ee05a" providerId="AD" clId="Web-{0DB33420-D998-1E89-1C80-34CD4D9C9662}" dt="2024-11-22T16:38:33.975" v="391" actId="1076"/>
          <ac:spMkLst>
            <pc:docMk/>
            <pc:sldMk cId="3005110204" sldId="420"/>
            <ac:spMk id="7" creationId="{69CDFB71-1BBB-8E65-9487-63F5576FF75E}"/>
          </ac:spMkLst>
        </pc:spChg>
        <pc:spChg chg="mod topLvl">
          <ac:chgData name="Felipe Nova R." userId="S::fnovar@duoc.cl::de2c8997-0eba-4ec6-b19d-668cbf3ee05a" providerId="AD" clId="Web-{0DB33420-D998-1E89-1C80-34CD4D9C9662}" dt="2024-11-22T16:38:34.006" v="392" actId="1076"/>
          <ac:spMkLst>
            <pc:docMk/>
            <pc:sldMk cId="3005110204" sldId="420"/>
            <ac:spMk id="10" creationId="{A49E3B24-7D69-AEE7-5CFA-09EFE16CA799}"/>
          </ac:spMkLst>
        </pc:spChg>
        <pc:spChg chg="mod topLvl">
          <ac:chgData name="Felipe Nova R." userId="S::fnovar@duoc.cl::de2c8997-0eba-4ec6-b19d-668cbf3ee05a" providerId="AD" clId="Web-{0DB33420-D998-1E89-1C80-34CD4D9C9662}" dt="2024-11-22T16:39:43.870" v="409" actId="14100"/>
          <ac:spMkLst>
            <pc:docMk/>
            <pc:sldMk cId="3005110204" sldId="420"/>
            <ac:spMk id="16" creationId="{A70F5B4A-A1BC-74E5-C0A4-75FABCE65D78}"/>
          </ac:spMkLst>
        </pc:spChg>
        <pc:spChg chg="mod topLvl">
          <ac:chgData name="Felipe Nova R." userId="S::fnovar@duoc.cl::de2c8997-0eba-4ec6-b19d-668cbf3ee05a" providerId="AD" clId="Web-{0DB33420-D998-1E89-1C80-34CD4D9C9662}" dt="2024-11-22T16:39:32.994" v="406" actId="14100"/>
          <ac:spMkLst>
            <pc:docMk/>
            <pc:sldMk cId="3005110204" sldId="420"/>
            <ac:spMk id="18" creationId="{CB8064F1-A052-CCAA-D6E6-778822C666E2}"/>
          </ac:spMkLst>
        </pc:spChg>
        <pc:spChg chg="mod topLvl">
          <ac:chgData name="Felipe Nova R." userId="S::fnovar@duoc.cl::de2c8997-0eba-4ec6-b19d-668cbf3ee05a" providerId="AD" clId="Web-{0DB33420-D998-1E89-1C80-34CD4D9C9662}" dt="2024-11-22T16:39:30.822" v="405" actId="14100"/>
          <ac:spMkLst>
            <pc:docMk/>
            <pc:sldMk cId="3005110204" sldId="420"/>
            <ac:spMk id="19" creationId="{C0AE5FAC-61D5-F5AA-2EF6-5C69F7E3EA78}"/>
          </ac:spMkLst>
        </pc:spChg>
        <pc:picChg chg="add mod">
          <ac:chgData name="Felipe Nova R." userId="S::fnovar@duoc.cl::de2c8997-0eba-4ec6-b19d-668cbf3ee05a" providerId="AD" clId="Web-{0DB33420-D998-1E89-1C80-34CD4D9C9662}" dt="2024-11-22T16:39:50.917" v="411" actId="1076"/>
          <ac:picMkLst>
            <pc:docMk/>
            <pc:sldMk cId="3005110204" sldId="420"/>
            <ac:picMk id="6" creationId="{9EB4604E-219A-716A-EE08-E5E52223C03F}"/>
          </ac:picMkLst>
        </pc:picChg>
      </pc:sldChg>
      <pc:sldChg chg="addSp delSp modSp mod modClrScheme chgLayout">
        <pc:chgData name="Felipe Nova R." userId="S::fnovar@duoc.cl::de2c8997-0eba-4ec6-b19d-668cbf3ee05a" providerId="AD" clId="Web-{0DB33420-D998-1E89-1C80-34CD4D9C9662}" dt="2024-11-22T16:49:10.655" v="469" actId="1076"/>
        <pc:sldMkLst>
          <pc:docMk/>
          <pc:sldMk cId="67728967" sldId="421"/>
        </pc:sldMkLst>
        <pc:spChg chg="mod ord">
          <ac:chgData name="Felipe Nova R." userId="S::fnovar@duoc.cl::de2c8997-0eba-4ec6-b19d-668cbf3ee05a" providerId="AD" clId="Web-{0DB33420-D998-1E89-1C80-34CD4D9C9662}" dt="2024-11-22T16:49:08.561" v="468" actId="1076"/>
          <ac:spMkLst>
            <pc:docMk/>
            <pc:sldMk cId="67728967" sldId="421"/>
            <ac:spMk id="2" creationId="{912EE8BC-7BD0-2053-C9F2-006BF6915DF2}"/>
          </ac:spMkLst>
        </pc:spChg>
        <pc:spChg chg="mod ord">
          <ac:chgData name="Felipe Nova R." userId="S::fnovar@duoc.cl::de2c8997-0eba-4ec6-b19d-668cbf3ee05a" providerId="AD" clId="Web-{0DB33420-D998-1E89-1C80-34CD4D9C9662}" dt="2024-11-22T16:49:10.655" v="469" actId="1076"/>
          <ac:spMkLst>
            <pc:docMk/>
            <pc:sldMk cId="67728967" sldId="421"/>
            <ac:spMk id="3" creationId="{9354F00A-C5D4-4297-B720-9F94A3C46DF6}"/>
          </ac:spMkLst>
        </pc:spChg>
      </pc:sldChg>
      <pc:sldChg chg="del">
        <pc:chgData name="Felipe Nova R." userId="S::fnovar@duoc.cl::de2c8997-0eba-4ec6-b19d-668cbf3ee05a" providerId="AD" clId="Web-{0DB33420-D998-1E89-1C80-34CD4D9C9662}" dt="2024-11-22T16:49:38.141" v="472"/>
        <pc:sldMkLst>
          <pc:docMk/>
          <pc:sldMk cId="610308696" sldId="422"/>
        </pc:sldMkLst>
      </pc:sldChg>
      <pc:sldChg chg="modSp">
        <pc:chgData name="Felipe Nova R." userId="S::fnovar@duoc.cl::de2c8997-0eba-4ec6-b19d-668cbf3ee05a" providerId="AD" clId="Web-{0DB33420-D998-1E89-1C80-34CD4D9C9662}" dt="2024-11-22T16:18:42.230" v="210" actId="1076"/>
        <pc:sldMkLst>
          <pc:docMk/>
          <pc:sldMk cId="650769705" sldId="423"/>
        </pc:sldMkLst>
        <pc:spChg chg="mod">
          <ac:chgData name="Felipe Nova R." userId="S::fnovar@duoc.cl::de2c8997-0eba-4ec6-b19d-668cbf3ee05a" providerId="AD" clId="Web-{0DB33420-D998-1E89-1C80-34CD4D9C9662}" dt="2024-11-22T16:09:17.664" v="192" actId="1076"/>
          <ac:spMkLst>
            <pc:docMk/>
            <pc:sldMk cId="650769705" sldId="423"/>
            <ac:spMk id="2" creationId="{2D3C1B0C-0FD4-6D9D-E40D-A287300B7692}"/>
          </ac:spMkLst>
        </pc:spChg>
        <pc:spChg chg="mod">
          <ac:chgData name="Felipe Nova R." userId="S::fnovar@duoc.cl::de2c8997-0eba-4ec6-b19d-668cbf3ee05a" providerId="AD" clId="Web-{0DB33420-D998-1E89-1C80-34CD4D9C9662}" dt="2024-11-22T16:18:30.120" v="207" actId="20577"/>
          <ac:spMkLst>
            <pc:docMk/>
            <pc:sldMk cId="650769705" sldId="423"/>
            <ac:spMk id="3" creationId="{A2D97D20-1F30-F6A5-2386-78491830E14D}"/>
          </ac:spMkLst>
        </pc:spChg>
        <pc:spChg chg="mod">
          <ac:chgData name="Felipe Nova R." userId="S::fnovar@duoc.cl::de2c8997-0eba-4ec6-b19d-668cbf3ee05a" providerId="AD" clId="Web-{0DB33420-D998-1E89-1C80-34CD4D9C9662}" dt="2024-11-22T16:18:42.230" v="210" actId="1076"/>
          <ac:spMkLst>
            <pc:docMk/>
            <pc:sldMk cId="650769705" sldId="423"/>
            <ac:spMk id="4" creationId="{49CA1EAE-807B-BD2D-5061-246677B9863C}"/>
          </ac:spMkLst>
        </pc:spChg>
      </pc:sldChg>
      <pc:sldChg chg="addSp delSp modSp add replId">
        <pc:chgData name="Felipe Nova R." userId="S::fnovar@duoc.cl::de2c8997-0eba-4ec6-b19d-668cbf3ee05a" providerId="AD" clId="Web-{0DB33420-D998-1E89-1C80-34CD4D9C9662}" dt="2024-11-22T16:33:50.051" v="291" actId="20577"/>
        <pc:sldMkLst>
          <pc:docMk/>
          <pc:sldMk cId="805110186" sldId="424"/>
        </pc:sldMkLst>
        <pc:spChg chg="mod">
          <ac:chgData name="Felipe Nova R." userId="S::fnovar@duoc.cl::de2c8997-0eba-4ec6-b19d-668cbf3ee05a" providerId="AD" clId="Web-{0DB33420-D998-1E89-1C80-34CD4D9C9662}" dt="2024-11-22T16:33:47.973" v="290" actId="20577"/>
          <ac:spMkLst>
            <pc:docMk/>
            <pc:sldMk cId="805110186" sldId="424"/>
            <ac:spMk id="2" creationId="{79424FA7-554C-AA08-8AD4-2243B464B475}"/>
          </ac:spMkLst>
        </pc:spChg>
        <pc:spChg chg="mod">
          <ac:chgData name="Felipe Nova R." userId="S::fnovar@duoc.cl::de2c8997-0eba-4ec6-b19d-668cbf3ee05a" providerId="AD" clId="Web-{0DB33420-D998-1E89-1C80-34CD4D9C9662}" dt="2024-11-22T16:33:50.051" v="291" actId="20577"/>
          <ac:spMkLst>
            <pc:docMk/>
            <pc:sldMk cId="805110186" sldId="424"/>
            <ac:spMk id="4" creationId="{B35240CD-A2A3-3FE8-1890-DBA1A501D9FB}"/>
          </ac:spMkLst>
        </pc:spChg>
        <pc:spChg chg="add">
          <ac:chgData name="Felipe Nova R." userId="S::fnovar@duoc.cl::de2c8997-0eba-4ec6-b19d-668cbf3ee05a" providerId="AD" clId="Web-{0DB33420-D998-1E89-1C80-34CD4D9C9662}" dt="2024-11-22T16:33:13.002" v="278"/>
          <ac:spMkLst>
            <pc:docMk/>
            <pc:sldMk cId="805110186" sldId="424"/>
            <ac:spMk id="9" creationId="{0C8C7424-1A31-902E-6E91-BFCA9B02EB80}"/>
          </ac:spMkLst>
        </pc:spChg>
        <pc:picChg chg="add mod">
          <ac:chgData name="Felipe Nova R." userId="S::fnovar@duoc.cl::de2c8997-0eba-4ec6-b19d-668cbf3ee05a" providerId="AD" clId="Web-{0DB33420-D998-1E89-1C80-34CD4D9C9662}" dt="2024-11-22T16:33:43.379" v="289" actId="1076"/>
          <ac:picMkLst>
            <pc:docMk/>
            <pc:sldMk cId="805110186" sldId="424"/>
            <ac:picMk id="5" creationId="{417BA369-62AA-BF1D-B36E-B24F1F554C30}"/>
          </ac:picMkLst>
        </pc:picChg>
      </pc:sldChg>
    </pc:docChg>
  </pc:docChgLst>
  <pc:docChgLst>
    <pc:chgData name="Felipe Nova R." userId="S::fnovar@duoc.cl::de2c8997-0eba-4ec6-b19d-668cbf3ee05a" providerId="AD" clId="Web-{97B85A82-79BE-721B-81A1-7726F2BD97C1}"/>
    <pc:docChg chg="addSld delSld modSld">
      <pc:chgData name="Felipe Nova R." userId="S::fnovar@duoc.cl::de2c8997-0eba-4ec6-b19d-668cbf3ee05a" providerId="AD" clId="Web-{97B85A82-79BE-721B-81A1-7726F2BD97C1}" dt="2025-01-23T13:12:54.702" v="15"/>
      <pc:docMkLst>
        <pc:docMk/>
      </pc:docMkLst>
      <pc:sldChg chg="del">
        <pc:chgData name="Felipe Nova R." userId="S::fnovar@duoc.cl::de2c8997-0eba-4ec6-b19d-668cbf3ee05a" providerId="AD" clId="Web-{97B85A82-79BE-721B-81A1-7726F2BD97C1}" dt="2025-01-23T12:52:48.186" v="1"/>
        <pc:sldMkLst>
          <pc:docMk/>
          <pc:sldMk cId="1992124605" sldId="261"/>
        </pc:sldMkLst>
      </pc:sldChg>
      <pc:sldChg chg="add">
        <pc:chgData name="Felipe Nova R." userId="S::fnovar@duoc.cl::de2c8997-0eba-4ec6-b19d-668cbf3ee05a" providerId="AD" clId="Web-{97B85A82-79BE-721B-81A1-7726F2BD97C1}" dt="2025-01-23T12:52:43.468" v="0"/>
        <pc:sldMkLst>
          <pc:docMk/>
          <pc:sldMk cId="1671260188" sldId="290"/>
        </pc:sldMkLst>
      </pc:sldChg>
      <pc:sldChg chg="modSp">
        <pc:chgData name="Felipe Nova R." userId="S::fnovar@duoc.cl::de2c8997-0eba-4ec6-b19d-668cbf3ee05a" providerId="AD" clId="Web-{97B85A82-79BE-721B-81A1-7726F2BD97C1}" dt="2025-01-23T13:12:54.702" v="15"/>
        <pc:sldMkLst>
          <pc:docMk/>
          <pc:sldMk cId="1784137495" sldId="413"/>
        </pc:sldMkLst>
        <pc:graphicFrameChg chg="mod modGraphic">
          <ac:chgData name="Felipe Nova R." userId="S::fnovar@duoc.cl::de2c8997-0eba-4ec6-b19d-668cbf3ee05a" providerId="AD" clId="Web-{97B85A82-79BE-721B-81A1-7726F2BD97C1}" dt="2025-01-23T13:12:54.702" v="15"/>
          <ac:graphicFrameMkLst>
            <pc:docMk/>
            <pc:sldMk cId="1784137495" sldId="413"/>
            <ac:graphicFrameMk id="6" creationId="{59CFCFB9-BBAF-D908-2C18-9B96B04126E5}"/>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3B5AFFB-9AFD-4042-B596-65BAB2097F3C}" type="doc">
      <dgm:prSet loTypeId="urn:microsoft.com/office/officeart/2005/8/layout/matrix1" loCatId="" qsTypeId="urn:microsoft.com/office/officeart/2005/8/quickstyle/simple1" qsCatId="simple" csTypeId="urn:microsoft.com/office/officeart/2005/8/colors/accent0_2" csCatId="mainScheme" phldr="1"/>
      <dgm:spPr/>
      <dgm:t>
        <a:bodyPr/>
        <a:lstStyle/>
        <a:p>
          <a:endParaRPr lang="es-ES"/>
        </a:p>
      </dgm:t>
    </dgm:pt>
    <dgm:pt modelId="{3AE23164-C4E4-A44C-8DD0-87FA82086061}">
      <dgm:prSet phldrT="[Texto]"/>
      <dgm:spPr/>
      <dgm:t>
        <a:bodyPr/>
        <a:lstStyle/>
        <a:p>
          <a:r>
            <a:rPr lang="es-ES" b="0" i="1" dirty="0">
              <a:latin typeface="Aptos"/>
              <a:cs typeface="Calibri"/>
            </a:rPr>
            <a:t>Arquitectura Monolítica</a:t>
          </a:r>
        </a:p>
      </dgm:t>
    </dgm:pt>
    <dgm:pt modelId="{B4E8FE2D-18ED-4143-AF44-9426FBEDD210}" type="parTrans" cxnId="{DB273C0C-842F-0C40-A833-DB9C9FCB7DF2}">
      <dgm:prSet/>
      <dgm:spPr/>
      <dgm:t>
        <a:bodyPr/>
        <a:lstStyle/>
        <a:p>
          <a:endParaRPr lang="es-ES"/>
        </a:p>
      </dgm:t>
    </dgm:pt>
    <dgm:pt modelId="{7D779D5A-4EA7-C54F-BE72-C03A255663EB}" type="sibTrans" cxnId="{DB273C0C-842F-0C40-A833-DB9C9FCB7DF2}">
      <dgm:prSet/>
      <dgm:spPr/>
      <dgm:t>
        <a:bodyPr/>
        <a:lstStyle/>
        <a:p>
          <a:endParaRPr lang="es-ES"/>
        </a:p>
      </dgm:t>
    </dgm:pt>
    <dgm:pt modelId="{3F65A72C-1C67-DD4A-BC99-C1F1D91F6405}">
      <dgm:prSet phldrT="[Texto]"/>
      <dgm:spPr/>
      <dgm:t>
        <a:bodyPr/>
        <a:lstStyle/>
        <a:p>
          <a:r>
            <a:rPr lang="es-MX" b="0" i="1" dirty="0">
              <a:latin typeface="Aptos"/>
              <a:cs typeface="Calibri"/>
            </a:rPr>
            <a:t>Simplicidad en el desarrollo y pruebas.</a:t>
          </a:r>
          <a:endParaRPr lang="es-ES" b="0" i="1" dirty="0">
            <a:latin typeface="Aptos"/>
            <a:cs typeface="Calibri"/>
          </a:endParaRPr>
        </a:p>
      </dgm:t>
    </dgm:pt>
    <dgm:pt modelId="{ADC5B7FC-A8D8-E54E-8A4D-65E2DDE5B3BF}" type="parTrans" cxnId="{4F336F82-CF1B-DD43-AE80-FB8FEBE85ACD}">
      <dgm:prSet/>
      <dgm:spPr/>
      <dgm:t>
        <a:bodyPr/>
        <a:lstStyle/>
        <a:p>
          <a:endParaRPr lang="es-ES"/>
        </a:p>
      </dgm:t>
    </dgm:pt>
    <dgm:pt modelId="{B9D9434F-CCB9-0947-A1D8-1DEB6443EBAB}" type="sibTrans" cxnId="{4F336F82-CF1B-DD43-AE80-FB8FEBE85ACD}">
      <dgm:prSet/>
      <dgm:spPr/>
      <dgm:t>
        <a:bodyPr/>
        <a:lstStyle/>
        <a:p>
          <a:endParaRPr lang="es-ES"/>
        </a:p>
      </dgm:t>
    </dgm:pt>
    <dgm:pt modelId="{5A22837C-6008-0E43-A53C-269C330A8281}">
      <dgm:prSet phldrT="[Texto]"/>
      <dgm:spPr/>
      <dgm:t>
        <a:bodyPr/>
        <a:lstStyle/>
        <a:p>
          <a:r>
            <a:rPr lang="es-CL" b="0" i="1" dirty="0">
              <a:latin typeface="Aptos"/>
              <a:cs typeface="Calibri"/>
            </a:rPr>
            <a:t>Riesgo de alta dependencia entre componentes.</a:t>
          </a:r>
          <a:endParaRPr lang="es-ES" b="0" i="1" dirty="0">
            <a:latin typeface="Aptos"/>
            <a:cs typeface="Calibri"/>
          </a:endParaRPr>
        </a:p>
      </dgm:t>
    </dgm:pt>
    <dgm:pt modelId="{58574482-7306-2B48-987F-DD083ACF6928}" type="parTrans" cxnId="{CAE0CBFB-86B4-1C42-A483-36B06D3A6BBE}">
      <dgm:prSet/>
      <dgm:spPr/>
      <dgm:t>
        <a:bodyPr/>
        <a:lstStyle/>
        <a:p>
          <a:endParaRPr lang="es-ES"/>
        </a:p>
      </dgm:t>
    </dgm:pt>
    <dgm:pt modelId="{0F611E78-299C-0F47-A8E6-22FA09D004AC}" type="sibTrans" cxnId="{CAE0CBFB-86B4-1C42-A483-36B06D3A6BBE}">
      <dgm:prSet/>
      <dgm:spPr/>
      <dgm:t>
        <a:bodyPr/>
        <a:lstStyle/>
        <a:p>
          <a:endParaRPr lang="es-ES"/>
        </a:p>
      </dgm:t>
    </dgm:pt>
    <dgm:pt modelId="{87BF8116-1383-C143-8E01-D5231998E5A0}">
      <dgm:prSet phldrT="[Texto]"/>
      <dgm:spPr/>
      <dgm:t>
        <a:bodyPr/>
        <a:lstStyle/>
        <a:p>
          <a:pPr rtl="0"/>
          <a:r>
            <a:rPr lang="es-MX" b="0" i="1" dirty="0">
              <a:latin typeface="Aptos"/>
              <a:cs typeface="Calibri"/>
            </a:rPr>
            <a:t>Escalabilidad limitada a nivel de sistema completo.</a:t>
          </a:r>
          <a:endParaRPr lang="es-ES" b="0" i="1" dirty="0">
            <a:latin typeface="Aptos"/>
            <a:cs typeface="Calibri"/>
          </a:endParaRPr>
        </a:p>
      </dgm:t>
    </dgm:pt>
    <dgm:pt modelId="{E3A9F5B9-0322-F649-8E90-8E67A0416273}" type="parTrans" cxnId="{F078AA61-2780-BC4C-BAAA-48A97A0B9C1D}">
      <dgm:prSet/>
      <dgm:spPr/>
      <dgm:t>
        <a:bodyPr/>
        <a:lstStyle/>
        <a:p>
          <a:endParaRPr lang="es-ES"/>
        </a:p>
      </dgm:t>
    </dgm:pt>
    <dgm:pt modelId="{5120ABA7-2C5F-B74B-8FF7-162BF46D3A8D}" type="sibTrans" cxnId="{F078AA61-2780-BC4C-BAAA-48A97A0B9C1D}">
      <dgm:prSet/>
      <dgm:spPr/>
      <dgm:t>
        <a:bodyPr/>
        <a:lstStyle/>
        <a:p>
          <a:endParaRPr lang="es-ES"/>
        </a:p>
      </dgm:t>
    </dgm:pt>
    <dgm:pt modelId="{3599F556-14C0-49FE-8E71-C4CA116BE5F5}">
      <dgm:prSet phldrT="[Texto]"/>
      <dgm:spPr/>
      <dgm:t>
        <a:bodyPr/>
        <a:lstStyle/>
        <a:p>
          <a:r>
            <a:rPr lang="es-MX" b="0" i="1" dirty="0">
              <a:latin typeface="Aptos"/>
              <a:cs typeface="Calibri"/>
            </a:rPr>
            <a:t>Un solo despliegue para todo el sistema.</a:t>
          </a:r>
          <a:endParaRPr lang="es-ES" b="0" i="1" dirty="0">
            <a:latin typeface="Aptos"/>
            <a:cs typeface="Calibri"/>
          </a:endParaRPr>
        </a:p>
      </dgm:t>
    </dgm:pt>
    <dgm:pt modelId="{D21A7CA5-9AAD-42B3-9AB7-4973BFC4F6CE}" type="parTrans" cxnId="{B2AC8DAA-E960-4F58-A2C8-A2A10EC02DA3}">
      <dgm:prSet/>
      <dgm:spPr/>
    </dgm:pt>
    <dgm:pt modelId="{1D30CDF9-F0C9-4BC0-9F75-7E2449FA0896}" type="sibTrans" cxnId="{B2AC8DAA-E960-4F58-A2C8-A2A10EC02DA3}">
      <dgm:prSet/>
      <dgm:spPr/>
    </dgm:pt>
    <dgm:pt modelId="{3AB821B2-12AD-B943-A29C-B1D43E4CB689}" type="pres">
      <dgm:prSet presAssocID="{A3B5AFFB-9AFD-4042-B596-65BAB2097F3C}" presName="diagram" presStyleCnt="0">
        <dgm:presLayoutVars>
          <dgm:chMax val="1"/>
          <dgm:dir/>
          <dgm:animLvl val="ctr"/>
          <dgm:resizeHandles val="exact"/>
        </dgm:presLayoutVars>
      </dgm:prSet>
      <dgm:spPr/>
    </dgm:pt>
    <dgm:pt modelId="{DDFCF24C-47DD-3D47-82D0-D77B22C02268}" type="pres">
      <dgm:prSet presAssocID="{A3B5AFFB-9AFD-4042-B596-65BAB2097F3C}" presName="matrix" presStyleCnt="0"/>
      <dgm:spPr/>
    </dgm:pt>
    <dgm:pt modelId="{2EA2F5FA-A822-3543-A746-FE372C18BC07}" type="pres">
      <dgm:prSet presAssocID="{A3B5AFFB-9AFD-4042-B596-65BAB2097F3C}" presName="tile1" presStyleLbl="node1" presStyleIdx="0" presStyleCnt="4" custLinFactNeighborY="3"/>
      <dgm:spPr/>
    </dgm:pt>
    <dgm:pt modelId="{66A1888D-4E3F-534C-8AE8-9A976BD12120}" type="pres">
      <dgm:prSet presAssocID="{A3B5AFFB-9AFD-4042-B596-65BAB2097F3C}" presName="tile1text" presStyleLbl="node1" presStyleIdx="0" presStyleCnt="4">
        <dgm:presLayoutVars>
          <dgm:chMax val="0"/>
          <dgm:chPref val="0"/>
          <dgm:bulletEnabled val="1"/>
        </dgm:presLayoutVars>
      </dgm:prSet>
      <dgm:spPr/>
    </dgm:pt>
    <dgm:pt modelId="{0DC6AE54-94AE-C749-88B2-8680A1B94077}" type="pres">
      <dgm:prSet presAssocID="{A3B5AFFB-9AFD-4042-B596-65BAB2097F3C}" presName="tile2" presStyleLbl="node1" presStyleIdx="1" presStyleCnt="4"/>
      <dgm:spPr/>
    </dgm:pt>
    <dgm:pt modelId="{04CF9B4A-F448-0740-987F-E6107159FACE}" type="pres">
      <dgm:prSet presAssocID="{A3B5AFFB-9AFD-4042-B596-65BAB2097F3C}" presName="tile2text" presStyleLbl="node1" presStyleIdx="1" presStyleCnt="4">
        <dgm:presLayoutVars>
          <dgm:chMax val="0"/>
          <dgm:chPref val="0"/>
          <dgm:bulletEnabled val="1"/>
        </dgm:presLayoutVars>
      </dgm:prSet>
      <dgm:spPr/>
    </dgm:pt>
    <dgm:pt modelId="{D24DE63A-BDC9-FB4D-A92E-0844AE353C39}" type="pres">
      <dgm:prSet presAssocID="{A3B5AFFB-9AFD-4042-B596-65BAB2097F3C}" presName="tile3" presStyleLbl="node1" presStyleIdx="2" presStyleCnt="4"/>
      <dgm:spPr/>
    </dgm:pt>
    <dgm:pt modelId="{FB1658D8-B54D-9C4D-B687-5BBA21F11262}" type="pres">
      <dgm:prSet presAssocID="{A3B5AFFB-9AFD-4042-B596-65BAB2097F3C}" presName="tile3text" presStyleLbl="node1" presStyleIdx="2" presStyleCnt="4">
        <dgm:presLayoutVars>
          <dgm:chMax val="0"/>
          <dgm:chPref val="0"/>
          <dgm:bulletEnabled val="1"/>
        </dgm:presLayoutVars>
      </dgm:prSet>
      <dgm:spPr/>
    </dgm:pt>
    <dgm:pt modelId="{3121767C-5C60-EB4F-B303-D43A4917FC74}" type="pres">
      <dgm:prSet presAssocID="{A3B5AFFB-9AFD-4042-B596-65BAB2097F3C}" presName="tile4" presStyleLbl="node1" presStyleIdx="3" presStyleCnt="4"/>
      <dgm:spPr/>
    </dgm:pt>
    <dgm:pt modelId="{57B16525-8A0C-3540-86D9-005D42DDB062}" type="pres">
      <dgm:prSet presAssocID="{A3B5AFFB-9AFD-4042-B596-65BAB2097F3C}" presName="tile4text" presStyleLbl="node1" presStyleIdx="3" presStyleCnt="4">
        <dgm:presLayoutVars>
          <dgm:chMax val="0"/>
          <dgm:chPref val="0"/>
          <dgm:bulletEnabled val="1"/>
        </dgm:presLayoutVars>
      </dgm:prSet>
      <dgm:spPr/>
    </dgm:pt>
    <dgm:pt modelId="{6DCCFF6A-BD22-3C46-877B-BF54013805A3}" type="pres">
      <dgm:prSet presAssocID="{A3B5AFFB-9AFD-4042-B596-65BAB2097F3C}" presName="centerTile" presStyleLbl="fgShp" presStyleIdx="0" presStyleCnt="1">
        <dgm:presLayoutVars>
          <dgm:chMax val="0"/>
          <dgm:chPref val="0"/>
        </dgm:presLayoutVars>
      </dgm:prSet>
      <dgm:spPr/>
    </dgm:pt>
  </dgm:ptLst>
  <dgm:cxnLst>
    <dgm:cxn modelId="{DB273C0C-842F-0C40-A833-DB9C9FCB7DF2}" srcId="{A3B5AFFB-9AFD-4042-B596-65BAB2097F3C}" destId="{3AE23164-C4E4-A44C-8DD0-87FA82086061}" srcOrd="0" destOrd="0" parTransId="{B4E8FE2D-18ED-4143-AF44-9426FBEDD210}" sibTransId="{7D779D5A-4EA7-C54F-BE72-C03A255663EB}"/>
    <dgm:cxn modelId="{8FE8CE11-A6ED-4CF8-98BA-D646BE8A56D5}" type="presOf" srcId="{5A22837C-6008-0E43-A53C-269C330A8281}" destId="{FB1658D8-B54D-9C4D-B687-5BBA21F11262}" srcOrd="1" destOrd="0" presId="urn:microsoft.com/office/officeart/2005/8/layout/matrix1"/>
    <dgm:cxn modelId="{ABB4F922-0520-4ACB-8E62-80C8C00E4BCB}" type="presOf" srcId="{A3B5AFFB-9AFD-4042-B596-65BAB2097F3C}" destId="{3AB821B2-12AD-B943-A29C-B1D43E4CB689}" srcOrd="0" destOrd="0" presId="urn:microsoft.com/office/officeart/2005/8/layout/matrix1"/>
    <dgm:cxn modelId="{856B4161-C8DE-4A30-8F3F-E0A2D555E4CF}" type="presOf" srcId="{3599F556-14C0-49FE-8E71-C4CA116BE5F5}" destId="{2EA2F5FA-A822-3543-A746-FE372C18BC07}" srcOrd="0" destOrd="0" presId="urn:microsoft.com/office/officeart/2005/8/layout/matrix1"/>
    <dgm:cxn modelId="{F078AA61-2780-BC4C-BAAA-48A97A0B9C1D}" srcId="{3AE23164-C4E4-A44C-8DD0-87FA82086061}" destId="{87BF8116-1383-C143-8E01-D5231998E5A0}" srcOrd="3" destOrd="0" parTransId="{E3A9F5B9-0322-F649-8E90-8E67A0416273}" sibTransId="{5120ABA7-2C5F-B74B-8FF7-162BF46D3A8D}"/>
    <dgm:cxn modelId="{44B1204A-07C8-4E20-A041-82B5B1FC98C4}" type="presOf" srcId="{87BF8116-1383-C143-8E01-D5231998E5A0}" destId="{57B16525-8A0C-3540-86D9-005D42DDB062}" srcOrd="1" destOrd="0" presId="urn:microsoft.com/office/officeart/2005/8/layout/matrix1"/>
    <dgm:cxn modelId="{11441371-D84F-4463-8B19-446F7AA67510}" type="presOf" srcId="{3AE23164-C4E4-A44C-8DD0-87FA82086061}" destId="{6DCCFF6A-BD22-3C46-877B-BF54013805A3}" srcOrd="0" destOrd="0" presId="urn:microsoft.com/office/officeart/2005/8/layout/matrix1"/>
    <dgm:cxn modelId="{4F336F82-CF1B-DD43-AE80-FB8FEBE85ACD}" srcId="{3AE23164-C4E4-A44C-8DD0-87FA82086061}" destId="{3F65A72C-1C67-DD4A-BC99-C1F1D91F6405}" srcOrd="1" destOrd="0" parTransId="{ADC5B7FC-A8D8-E54E-8A4D-65E2DDE5B3BF}" sibTransId="{B9D9434F-CCB9-0947-A1D8-1DEB6443EBAB}"/>
    <dgm:cxn modelId="{2A03218E-9C30-4566-90E2-92309AAA81B3}" type="presOf" srcId="{87BF8116-1383-C143-8E01-D5231998E5A0}" destId="{3121767C-5C60-EB4F-B303-D43A4917FC74}" srcOrd="0" destOrd="0" presId="urn:microsoft.com/office/officeart/2005/8/layout/matrix1"/>
    <dgm:cxn modelId="{E29D0EA1-E794-4CEB-B337-F301CCC1AEE4}" type="presOf" srcId="{5A22837C-6008-0E43-A53C-269C330A8281}" destId="{D24DE63A-BDC9-FB4D-A92E-0844AE353C39}" srcOrd="0" destOrd="0" presId="urn:microsoft.com/office/officeart/2005/8/layout/matrix1"/>
    <dgm:cxn modelId="{B2AC8DAA-E960-4F58-A2C8-A2A10EC02DA3}" srcId="{3AE23164-C4E4-A44C-8DD0-87FA82086061}" destId="{3599F556-14C0-49FE-8E71-C4CA116BE5F5}" srcOrd="0" destOrd="0" parTransId="{D21A7CA5-9AAD-42B3-9AB7-4973BFC4F6CE}" sibTransId="{1D30CDF9-F0C9-4BC0-9F75-7E2449FA0896}"/>
    <dgm:cxn modelId="{1D8304AB-594E-4797-A3C4-D02B69B7E734}" type="presOf" srcId="{3F65A72C-1C67-DD4A-BC99-C1F1D91F6405}" destId="{0DC6AE54-94AE-C749-88B2-8680A1B94077}" srcOrd="0" destOrd="0" presId="urn:microsoft.com/office/officeart/2005/8/layout/matrix1"/>
    <dgm:cxn modelId="{249D7EAC-E937-4A07-A57F-6EFDF6097561}" type="presOf" srcId="{3599F556-14C0-49FE-8E71-C4CA116BE5F5}" destId="{66A1888D-4E3F-534C-8AE8-9A976BD12120}" srcOrd="1" destOrd="0" presId="urn:microsoft.com/office/officeart/2005/8/layout/matrix1"/>
    <dgm:cxn modelId="{A917A2D3-7F0F-431B-90AD-A478C681D2C4}" type="presOf" srcId="{3F65A72C-1C67-DD4A-BC99-C1F1D91F6405}" destId="{04CF9B4A-F448-0740-987F-E6107159FACE}" srcOrd="1" destOrd="0" presId="urn:microsoft.com/office/officeart/2005/8/layout/matrix1"/>
    <dgm:cxn modelId="{CAE0CBFB-86B4-1C42-A483-36B06D3A6BBE}" srcId="{3AE23164-C4E4-A44C-8DD0-87FA82086061}" destId="{5A22837C-6008-0E43-A53C-269C330A8281}" srcOrd="2" destOrd="0" parTransId="{58574482-7306-2B48-987F-DD083ACF6928}" sibTransId="{0F611E78-299C-0F47-A8E6-22FA09D004AC}"/>
    <dgm:cxn modelId="{3D53630F-557C-4696-80A2-C6B823915288}" type="presParOf" srcId="{3AB821B2-12AD-B943-A29C-B1D43E4CB689}" destId="{DDFCF24C-47DD-3D47-82D0-D77B22C02268}" srcOrd="0" destOrd="0" presId="urn:microsoft.com/office/officeart/2005/8/layout/matrix1"/>
    <dgm:cxn modelId="{EEE6B38D-C975-424F-ACC9-3E9ACEC99A12}" type="presParOf" srcId="{DDFCF24C-47DD-3D47-82D0-D77B22C02268}" destId="{2EA2F5FA-A822-3543-A746-FE372C18BC07}" srcOrd="0" destOrd="0" presId="urn:microsoft.com/office/officeart/2005/8/layout/matrix1"/>
    <dgm:cxn modelId="{909BBF6F-7F4F-4BF6-85ED-7E49D6714D5C}" type="presParOf" srcId="{DDFCF24C-47DD-3D47-82D0-D77B22C02268}" destId="{66A1888D-4E3F-534C-8AE8-9A976BD12120}" srcOrd="1" destOrd="0" presId="urn:microsoft.com/office/officeart/2005/8/layout/matrix1"/>
    <dgm:cxn modelId="{44DDED4B-0A0E-40FD-9584-764910209C4D}" type="presParOf" srcId="{DDFCF24C-47DD-3D47-82D0-D77B22C02268}" destId="{0DC6AE54-94AE-C749-88B2-8680A1B94077}" srcOrd="2" destOrd="0" presId="urn:microsoft.com/office/officeart/2005/8/layout/matrix1"/>
    <dgm:cxn modelId="{28E92142-1177-4A2E-983D-C0E08F1AE8B8}" type="presParOf" srcId="{DDFCF24C-47DD-3D47-82D0-D77B22C02268}" destId="{04CF9B4A-F448-0740-987F-E6107159FACE}" srcOrd="3" destOrd="0" presId="urn:microsoft.com/office/officeart/2005/8/layout/matrix1"/>
    <dgm:cxn modelId="{3697F08B-0340-4309-AAC0-953C760CF867}" type="presParOf" srcId="{DDFCF24C-47DD-3D47-82D0-D77B22C02268}" destId="{D24DE63A-BDC9-FB4D-A92E-0844AE353C39}" srcOrd="4" destOrd="0" presId="urn:microsoft.com/office/officeart/2005/8/layout/matrix1"/>
    <dgm:cxn modelId="{DB976787-86A3-433C-BC63-BBE60D1C00BF}" type="presParOf" srcId="{DDFCF24C-47DD-3D47-82D0-D77B22C02268}" destId="{FB1658D8-B54D-9C4D-B687-5BBA21F11262}" srcOrd="5" destOrd="0" presId="urn:microsoft.com/office/officeart/2005/8/layout/matrix1"/>
    <dgm:cxn modelId="{A8B49EF9-1E50-4F52-967F-F71CFB59B23E}" type="presParOf" srcId="{DDFCF24C-47DD-3D47-82D0-D77B22C02268}" destId="{3121767C-5C60-EB4F-B303-D43A4917FC74}" srcOrd="6" destOrd="0" presId="urn:microsoft.com/office/officeart/2005/8/layout/matrix1"/>
    <dgm:cxn modelId="{3361491A-BD55-432A-8EC9-EDD2E14ECCA4}" type="presParOf" srcId="{DDFCF24C-47DD-3D47-82D0-D77B22C02268}" destId="{57B16525-8A0C-3540-86D9-005D42DDB062}" srcOrd="7" destOrd="0" presId="urn:microsoft.com/office/officeart/2005/8/layout/matrix1"/>
    <dgm:cxn modelId="{26E4C516-6B4F-4F8B-B36C-885032408B68}" type="presParOf" srcId="{3AB821B2-12AD-B943-A29C-B1D43E4CB689}" destId="{6DCCFF6A-BD22-3C46-877B-BF54013805A3}" srcOrd="1" destOrd="0" presId="urn:microsoft.com/office/officeart/2005/8/layout/matrix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3B5AFFB-9AFD-4042-B596-65BAB2097F3C}" type="doc">
      <dgm:prSet loTypeId="urn:microsoft.com/office/officeart/2005/8/layout/matrix1" loCatId="" qsTypeId="urn:microsoft.com/office/officeart/2005/8/quickstyle/simple1" qsCatId="simple" csTypeId="urn:microsoft.com/office/officeart/2005/8/colors/accent0_2" csCatId="mainScheme" phldr="1"/>
      <dgm:spPr/>
      <dgm:t>
        <a:bodyPr/>
        <a:lstStyle/>
        <a:p>
          <a:endParaRPr lang="es-ES"/>
        </a:p>
      </dgm:t>
    </dgm:pt>
    <dgm:pt modelId="{3AE23164-C4E4-A44C-8DD0-87FA82086061}">
      <dgm:prSet phldrT="[Texto]"/>
      <dgm:spPr/>
      <dgm:t>
        <a:bodyPr/>
        <a:lstStyle/>
        <a:p>
          <a:r>
            <a:rPr lang="es-ES" b="0" i="1" dirty="0">
              <a:latin typeface="Aptos"/>
              <a:cs typeface="Calibri"/>
            </a:rPr>
            <a:t>Arquitectura </a:t>
          </a:r>
          <a:r>
            <a:rPr lang="es-ES" b="1" dirty="0">
              <a:latin typeface="Aptos"/>
            </a:rPr>
            <a:t>de Microservicios</a:t>
          </a:r>
          <a:endParaRPr lang="es-ES" b="0" i="1" dirty="0">
            <a:latin typeface="Aptos"/>
            <a:cs typeface="Calibri"/>
          </a:endParaRPr>
        </a:p>
      </dgm:t>
    </dgm:pt>
    <dgm:pt modelId="{B4E8FE2D-18ED-4143-AF44-9426FBEDD210}" type="parTrans" cxnId="{DB273C0C-842F-0C40-A833-DB9C9FCB7DF2}">
      <dgm:prSet/>
      <dgm:spPr/>
      <dgm:t>
        <a:bodyPr/>
        <a:lstStyle/>
        <a:p>
          <a:endParaRPr lang="es-ES"/>
        </a:p>
      </dgm:t>
    </dgm:pt>
    <dgm:pt modelId="{7D779D5A-4EA7-C54F-BE72-C03A255663EB}" type="sibTrans" cxnId="{DB273C0C-842F-0C40-A833-DB9C9FCB7DF2}">
      <dgm:prSet/>
      <dgm:spPr/>
      <dgm:t>
        <a:bodyPr/>
        <a:lstStyle/>
        <a:p>
          <a:endParaRPr lang="es-ES"/>
        </a:p>
      </dgm:t>
    </dgm:pt>
    <dgm:pt modelId="{3F65A72C-1C67-DD4A-BC99-C1F1D91F6405}">
      <dgm:prSet phldrT="[Texto]"/>
      <dgm:spPr/>
      <dgm:t>
        <a:bodyPr/>
        <a:lstStyle/>
        <a:p>
          <a:r>
            <a:rPr lang="es-CL" b="0" i="1" dirty="0">
              <a:latin typeface="Aptos"/>
              <a:cs typeface="Calibri"/>
            </a:rPr>
            <a:t>Altamente escalable y adaptable.</a:t>
          </a:r>
          <a:endParaRPr lang="es-ES" b="0" i="1" dirty="0">
            <a:latin typeface="Aptos"/>
            <a:cs typeface="Calibri"/>
          </a:endParaRPr>
        </a:p>
      </dgm:t>
    </dgm:pt>
    <dgm:pt modelId="{ADC5B7FC-A8D8-E54E-8A4D-65E2DDE5B3BF}" type="parTrans" cxnId="{4F336F82-CF1B-DD43-AE80-FB8FEBE85ACD}">
      <dgm:prSet/>
      <dgm:spPr/>
      <dgm:t>
        <a:bodyPr/>
        <a:lstStyle/>
        <a:p>
          <a:endParaRPr lang="es-ES"/>
        </a:p>
      </dgm:t>
    </dgm:pt>
    <dgm:pt modelId="{B9D9434F-CCB9-0947-A1D8-1DEB6443EBAB}" type="sibTrans" cxnId="{4F336F82-CF1B-DD43-AE80-FB8FEBE85ACD}">
      <dgm:prSet/>
      <dgm:spPr/>
      <dgm:t>
        <a:bodyPr/>
        <a:lstStyle/>
        <a:p>
          <a:endParaRPr lang="es-ES"/>
        </a:p>
      </dgm:t>
    </dgm:pt>
    <dgm:pt modelId="{5A22837C-6008-0E43-A53C-269C330A8281}">
      <dgm:prSet phldrT="[Texto]"/>
      <dgm:spPr/>
      <dgm:t>
        <a:bodyPr/>
        <a:lstStyle/>
        <a:p>
          <a:r>
            <a:rPr lang="es-MX" b="0" i="1" dirty="0">
              <a:latin typeface="Aptos"/>
              <a:cs typeface="Calibri"/>
            </a:rPr>
            <a:t>Complejidad mayor en comunicación y monitoreo.</a:t>
          </a:r>
          <a:endParaRPr lang="es-ES" b="0" i="1" dirty="0">
            <a:latin typeface="Aptos"/>
            <a:cs typeface="Calibri"/>
          </a:endParaRPr>
        </a:p>
      </dgm:t>
    </dgm:pt>
    <dgm:pt modelId="{58574482-7306-2B48-987F-DD083ACF6928}" type="parTrans" cxnId="{CAE0CBFB-86B4-1C42-A483-36B06D3A6BBE}">
      <dgm:prSet/>
      <dgm:spPr/>
      <dgm:t>
        <a:bodyPr/>
        <a:lstStyle/>
        <a:p>
          <a:endParaRPr lang="es-ES"/>
        </a:p>
      </dgm:t>
    </dgm:pt>
    <dgm:pt modelId="{0F611E78-299C-0F47-A8E6-22FA09D004AC}" type="sibTrans" cxnId="{CAE0CBFB-86B4-1C42-A483-36B06D3A6BBE}">
      <dgm:prSet/>
      <dgm:spPr/>
      <dgm:t>
        <a:bodyPr/>
        <a:lstStyle/>
        <a:p>
          <a:endParaRPr lang="es-ES"/>
        </a:p>
      </dgm:t>
    </dgm:pt>
    <dgm:pt modelId="{87BF8116-1383-C143-8E01-D5231998E5A0}">
      <dgm:prSet phldrT="[Texto]"/>
      <dgm:spPr/>
      <dgm:t>
        <a:bodyPr/>
        <a:lstStyle/>
        <a:p>
          <a:pPr rtl="0"/>
          <a:r>
            <a:rPr lang="es-MX" b="0" i="1" dirty="0">
              <a:latin typeface="Aptos"/>
              <a:cs typeface="Calibri"/>
            </a:rPr>
            <a:t>Diseñado para reflejar dominios de negocio específicos.</a:t>
          </a:r>
          <a:endParaRPr lang="es-ES" b="0" i="1" dirty="0">
            <a:latin typeface="Aptos"/>
            <a:cs typeface="Calibri"/>
          </a:endParaRPr>
        </a:p>
      </dgm:t>
    </dgm:pt>
    <dgm:pt modelId="{E3A9F5B9-0322-F649-8E90-8E67A0416273}" type="parTrans" cxnId="{F078AA61-2780-BC4C-BAAA-48A97A0B9C1D}">
      <dgm:prSet/>
      <dgm:spPr/>
      <dgm:t>
        <a:bodyPr/>
        <a:lstStyle/>
        <a:p>
          <a:endParaRPr lang="es-ES"/>
        </a:p>
      </dgm:t>
    </dgm:pt>
    <dgm:pt modelId="{5120ABA7-2C5F-B74B-8FF7-162BF46D3A8D}" type="sibTrans" cxnId="{F078AA61-2780-BC4C-BAAA-48A97A0B9C1D}">
      <dgm:prSet/>
      <dgm:spPr/>
      <dgm:t>
        <a:bodyPr/>
        <a:lstStyle/>
        <a:p>
          <a:endParaRPr lang="es-ES"/>
        </a:p>
      </dgm:t>
    </dgm:pt>
    <dgm:pt modelId="{3599F556-14C0-49FE-8E71-C4CA116BE5F5}">
      <dgm:prSet phldrT="[Texto]"/>
      <dgm:spPr/>
      <dgm:t>
        <a:bodyPr/>
        <a:lstStyle/>
        <a:p>
          <a:r>
            <a:rPr lang="es-MX" b="0" i="1" dirty="0">
              <a:latin typeface="Aptos"/>
              <a:cs typeface="Calibri"/>
            </a:rPr>
            <a:t>Servicios independientes y desplegables de forma autónoma.</a:t>
          </a:r>
          <a:endParaRPr lang="es-ES" b="0" i="1" dirty="0">
            <a:latin typeface="Aptos"/>
            <a:cs typeface="Calibri"/>
          </a:endParaRPr>
        </a:p>
      </dgm:t>
    </dgm:pt>
    <dgm:pt modelId="{D21A7CA5-9AAD-42B3-9AB7-4973BFC4F6CE}" type="parTrans" cxnId="{B2AC8DAA-E960-4F58-A2C8-A2A10EC02DA3}">
      <dgm:prSet/>
      <dgm:spPr/>
      <dgm:t>
        <a:bodyPr/>
        <a:lstStyle/>
        <a:p>
          <a:endParaRPr lang="es-CL"/>
        </a:p>
      </dgm:t>
    </dgm:pt>
    <dgm:pt modelId="{1D30CDF9-F0C9-4BC0-9F75-7E2449FA0896}" type="sibTrans" cxnId="{B2AC8DAA-E960-4F58-A2C8-A2A10EC02DA3}">
      <dgm:prSet/>
      <dgm:spPr/>
      <dgm:t>
        <a:bodyPr/>
        <a:lstStyle/>
        <a:p>
          <a:endParaRPr lang="es-CL"/>
        </a:p>
      </dgm:t>
    </dgm:pt>
    <dgm:pt modelId="{3AB821B2-12AD-B943-A29C-B1D43E4CB689}" type="pres">
      <dgm:prSet presAssocID="{A3B5AFFB-9AFD-4042-B596-65BAB2097F3C}" presName="diagram" presStyleCnt="0">
        <dgm:presLayoutVars>
          <dgm:chMax val="1"/>
          <dgm:dir/>
          <dgm:animLvl val="ctr"/>
          <dgm:resizeHandles val="exact"/>
        </dgm:presLayoutVars>
      </dgm:prSet>
      <dgm:spPr/>
    </dgm:pt>
    <dgm:pt modelId="{DDFCF24C-47DD-3D47-82D0-D77B22C02268}" type="pres">
      <dgm:prSet presAssocID="{A3B5AFFB-9AFD-4042-B596-65BAB2097F3C}" presName="matrix" presStyleCnt="0"/>
      <dgm:spPr/>
    </dgm:pt>
    <dgm:pt modelId="{2EA2F5FA-A822-3543-A746-FE372C18BC07}" type="pres">
      <dgm:prSet presAssocID="{A3B5AFFB-9AFD-4042-B596-65BAB2097F3C}" presName="tile1" presStyleLbl="node1" presStyleIdx="0" presStyleCnt="4" custLinFactNeighborY="3"/>
      <dgm:spPr/>
    </dgm:pt>
    <dgm:pt modelId="{66A1888D-4E3F-534C-8AE8-9A976BD12120}" type="pres">
      <dgm:prSet presAssocID="{A3B5AFFB-9AFD-4042-B596-65BAB2097F3C}" presName="tile1text" presStyleLbl="node1" presStyleIdx="0" presStyleCnt="4">
        <dgm:presLayoutVars>
          <dgm:chMax val="0"/>
          <dgm:chPref val="0"/>
          <dgm:bulletEnabled val="1"/>
        </dgm:presLayoutVars>
      </dgm:prSet>
      <dgm:spPr/>
    </dgm:pt>
    <dgm:pt modelId="{0DC6AE54-94AE-C749-88B2-8680A1B94077}" type="pres">
      <dgm:prSet presAssocID="{A3B5AFFB-9AFD-4042-B596-65BAB2097F3C}" presName="tile2" presStyleLbl="node1" presStyleIdx="1" presStyleCnt="4"/>
      <dgm:spPr/>
    </dgm:pt>
    <dgm:pt modelId="{04CF9B4A-F448-0740-987F-E6107159FACE}" type="pres">
      <dgm:prSet presAssocID="{A3B5AFFB-9AFD-4042-B596-65BAB2097F3C}" presName="tile2text" presStyleLbl="node1" presStyleIdx="1" presStyleCnt="4">
        <dgm:presLayoutVars>
          <dgm:chMax val="0"/>
          <dgm:chPref val="0"/>
          <dgm:bulletEnabled val="1"/>
        </dgm:presLayoutVars>
      </dgm:prSet>
      <dgm:spPr/>
    </dgm:pt>
    <dgm:pt modelId="{D24DE63A-BDC9-FB4D-A92E-0844AE353C39}" type="pres">
      <dgm:prSet presAssocID="{A3B5AFFB-9AFD-4042-B596-65BAB2097F3C}" presName="tile3" presStyleLbl="node1" presStyleIdx="2" presStyleCnt="4"/>
      <dgm:spPr/>
    </dgm:pt>
    <dgm:pt modelId="{FB1658D8-B54D-9C4D-B687-5BBA21F11262}" type="pres">
      <dgm:prSet presAssocID="{A3B5AFFB-9AFD-4042-B596-65BAB2097F3C}" presName="tile3text" presStyleLbl="node1" presStyleIdx="2" presStyleCnt="4">
        <dgm:presLayoutVars>
          <dgm:chMax val="0"/>
          <dgm:chPref val="0"/>
          <dgm:bulletEnabled val="1"/>
        </dgm:presLayoutVars>
      </dgm:prSet>
      <dgm:spPr/>
    </dgm:pt>
    <dgm:pt modelId="{3121767C-5C60-EB4F-B303-D43A4917FC74}" type="pres">
      <dgm:prSet presAssocID="{A3B5AFFB-9AFD-4042-B596-65BAB2097F3C}" presName="tile4" presStyleLbl="node1" presStyleIdx="3" presStyleCnt="4"/>
      <dgm:spPr/>
    </dgm:pt>
    <dgm:pt modelId="{57B16525-8A0C-3540-86D9-005D42DDB062}" type="pres">
      <dgm:prSet presAssocID="{A3B5AFFB-9AFD-4042-B596-65BAB2097F3C}" presName="tile4text" presStyleLbl="node1" presStyleIdx="3" presStyleCnt="4">
        <dgm:presLayoutVars>
          <dgm:chMax val="0"/>
          <dgm:chPref val="0"/>
          <dgm:bulletEnabled val="1"/>
        </dgm:presLayoutVars>
      </dgm:prSet>
      <dgm:spPr/>
    </dgm:pt>
    <dgm:pt modelId="{6DCCFF6A-BD22-3C46-877B-BF54013805A3}" type="pres">
      <dgm:prSet presAssocID="{A3B5AFFB-9AFD-4042-B596-65BAB2097F3C}" presName="centerTile" presStyleLbl="fgShp" presStyleIdx="0" presStyleCnt="1">
        <dgm:presLayoutVars>
          <dgm:chMax val="0"/>
          <dgm:chPref val="0"/>
        </dgm:presLayoutVars>
      </dgm:prSet>
      <dgm:spPr/>
    </dgm:pt>
  </dgm:ptLst>
  <dgm:cxnLst>
    <dgm:cxn modelId="{DB273C0C-842F-0C40-A833-DB9C9FCB7DF2}" srcId="{A3B5AFFB-9AFD-4042-B596-65BAB2097F3C}" destId="{3AE23164-C4E4-A44C-8DD0-87FA82086061}" srcOrd="0" destOrd="0" parTransId="{B4E8FE2D-18ED-4143-AF44-9426FBEDD210}" sibTransId="{7D779D5A-4EA7-C54F-BE72-C03A255663EB}"/>
    <dgm:cxn modelId="{F078AA61-2780-BC4C-BAAA-48A97A0B9C1D}" srcId="{3AE23164-C4E4-A44C-8DD0-87FA82086061}" destId="{87BF8116-1383-C143-8E01-D5231998E5A0}" srcOrd="3" destOrd="0" parTransId="{E3A9F5B9-0322-F649-8E90-8E67A0416273}" sibTransId="{5120ABA7-2C5F-B74B-8FF7-162BF46D3A8D}"/>
    <dgm:cxn modelId="{F765AF46-29D8-45AC-B548-75E5FBB22F45}" type="presOf" srcId="{3F65A72C-1C67-DD4A-BC99-C1F1D91F6405}" destId="{0DC6AE54-94AE-C749-88B2-8680A1B94077}" srcOrd="0" destOrd="0" presId="urn:microsoft.com/office/officeart/2005/8/layout/matrix1"/>
    <dgm:cxn modelId="{E528E666-B2C8-4952-BC10-D983D55E2827}" type="presOf" srcId="{5A22837C-6008-0E43-A53C-269C330A8281}" destId="{FB1658D8-B54D-9C4D-B687-5BBA21F11262}" srcOrd="1" destOrd="0" presId="urn:microsoft.com/office/officeart/2005/8/layout/matrix1"/>
    <dgm:cxn modelId="{CB5FE971-2652-4C88-9C21-21AA33B7C58C}" type="presOf" srcId="{3599F556-14C0-49FE-8E71-C4CA116BE5F5}" destId="{2EA2F5FA-A822-3543-A746-FE372C18BC07}" srcOrd="0" destOrd="0" presId="urn:microsoft.com/office/officeart/2005/8/layout/matrix1"/>
    <dgm:cxn modelId="{4F336F82-CF1B-DD43-AE80-FB8FEBE85ACD}" srcId="{3AE23164-C4E4-A44C-8DD0-87FA82086061}" destId="{3F65A72C-1C67-DD4A-BC99-C1F1D91F6405}" srcOrd="1" destOrd="0" parTransId="{ADC5B7FC-A8D8-E54E-8A4D-65E2DDE5B3BF}" sibTransId="{B9D9434F-CCB9-0947-A1D8-1DEB6443EBAB}"/>
    <dgm:cxn modelId="{07F680A0-26E9-45B1-9A7C-22E91A0E1757}" type="presOf" srcId="{3AE23164-C4E4-A44C-8DD0-87FA82086061}" destId="{6DCCFF6A-BD22-3C46-877B-BF54013805A3}" srcOrd="0" destOrd="0" presId="urn:microsoft.com/office/officeart/2005/8/layout/matrix1"/>
    <dgm:cxn modelId="{EAF87DA6-B7E1-44A3-9EB7-218E3D5C813B}" type="presOf" srcId="{3F65A72C-1C67-DD4A-BC99-C1F1D91F6405}" destId="{04CF9B4A-F448-0740-987F-E6107159FACE}" srcOrd="1" destOrd="0" presId="urn:microsoft.com/office/officeart/2005/8/layout/matrix1"/>
    <dgm:cxn modelId="{B2AC8DAA-E960-4F58-A2C8-A2A10EC02DA3}" srcId="{3AE23164-C4E4-A44C-8DD0-87FA82086061}" destId="{3599F556-14C0-49FE-8E71-C4CA116BE5F5}" srcOrd="0" destOrd="0" parTransId="{D21A7CA5-9AAD-42B3-9AB7-4973BFC4F6CE}" sibTransId="{1D30CDF9-F0C9-4BC0-9F75-7E2449FA0896}"/>
    <dgm:cxn modelId="{992232D1-6381-4C21-8C69-F0E5AB415361}" type="presOf" srcId="{5A22837C-6008-0E43-A53C-269C330A8281}" destId="{D24DE63A-BDC9-FB4D-A92E-0844AE353C39}" srcOrd="0" destOrd="0" presId="urn:microsoft.com/office/officeart/2005/8/layout/matrix1"/>
    <dgm:cxn modelId="{84B65CD4-C4EC-4FE8-87E2-B3FE89A1D040}" type="presOf" srcId="{87BF8116-1383-C143-8E01-D5231998E5A0}" destId="{57B16525-8A0C-3540-86D9-005D42DDB062}" srcOrd="1" destOrd="0" presId="urn:microsoft.com/office/officeart/2005/8/layout/matrix1"/>
    <dgm:cxn modelId="{6890A8D6-511E-4BE7-9DA6-6BE2FACA39A3}" type="presOf" srcId="{3599F556-14C0-49FE-8E71-C4CA116BE5F5}" destId="{66A1888D-4E3F-534C-8AE8-9A976BD12120}" srcOrd="1" destOrd="0" presId="urn:microsoft.com/office/officeart/2005/8/layout/matrix1"/>
    <dgm:cxn modelId="{874558D9-F6AA-4701-B117-1A29316AD213}" type="presOf" srcId="{A3B5AFFB-9AFD-4042-B596-65BAB2097F3C}" destId="{3AB821B2-12AD-B943-A29C-B1D43E4CB689}" srcOrd="0" destOrd="0" presId="urn:microsoft.com/office/officeart/2005/8/layout/matrix1"/>
    <dgm:cxn modelId="{78AC68DC-9E14-4DC0-A477-4183461876A2}" type="presOf" srcId="{87BF8116-1383-C143-8E01-D5231998E5A0}" destId="{3121767C-5C60-EB4F-B303-D43A4917FC74}" srcOrd="0" destOrd="0" presId="urn:microsoft.com/office/officeart/2005/8/layout/matrix1"/>
    <dgm:cxn modelId="{CAE0CBFB-86B4-1C42-A483-36B06D3A6BBE}" srcId="{3AE23164-C4E4-A44C-8DD0-87FA82086061}" destId="{5A22837C-6008-0E43-A53C-269C330A8281}" srcOrd="2" destOrd="0" parTransId="{58574482-7306-2B48-987F-DD083ACF6928}" sibTransId="{0F611E78-299C-0F47-A8E6-22FA09D004AC}"/>
    <dgm:cxn modelId="{28F4A6D1-DFB8-4A23-BDA1-3E4EBFDB47BD}" type="presParOf" srcId="{3AB821B2-12AD-B943-A29C-B1D43E4CB689}" destId="{DDFCF24C-47DD-3D47-82D0-D77B22C02268}" srcOrd="0" destOrd="0" presId="urn:microsoft.com/office/officeart/2005/8/layout/matrix1"/>
    <dgm:cxn modelId="{75B34B73-5FA0-4995-A15C-C827DFEB014B}" type="presParOf" srcId="{DDFCF24C-47DD-3D47-82D0-D77B22C02268}" destId="{2EA2F5FA-A822-3543-A746-FE372C18BC07}" srcOrd="0" destOrd="0" presId="urn:microsoft.com/office/officeart/2005/8/layout/matrix1"/>
    <dgm:cxn modelId="{537D4B4D-8830-49EF-A3D3-73583730027E}" type="presParOf" srcId="{DDFCF24C-47DD-3D47-82D0-D77B22C02268}" destId="{66A1888D-4E3F-534C-8AE8-9A976BD12120}" srcOrd="1" destOrd="0" presId="urn:microsoft.com/office/officeart/2005/8/layout/matrix1"/>
    <dgm:cxn modelId="{A730E7AA-E5D9-4CE1-B65C-587FAA14A3D8}" type="presParOf" srcId="{DDFCF24C-47DD-3D47-82D0-D77B22C02268}" destId="{0DC6AE54-94AE-C749-88B2-8680A1B94077}" srcOrd="2" destOrd="0" presId="urn:microsoft.com/office/officeart/2005/8/layout/matrix1"/>
    <dgm:cxn modelId="{9C583D00-C162-4A6B-9D46-5D0C727CC670}" type="presParOf" srcId="{DDFCF24C-47DD-3D47-82D0-D77B22C02268}" destId="{04CF9B4A-F448-0740-987F-E6107159FACE}" srcOrd="3" destOrd="0" presId="urn:microsoft.com/office/officeart/2005/8/layout/matrix1"/>
    <dgm:cxn modelId="{E0F83E36-0FFB-4C46-98F9-0426440A06D3}" type="presParOf" srcId="{DDFCF24C-47DD-3D47-82D0-D77B22C02268}" destId="{D24DE63A-BDC9-FB4D-A92E-0844AE353C39}" srcOrd="4" destOrd="0" presId="urn:microsoft.com/office/officeart/2005/8/layout/matrix1"/>
    <dgm:cxn modelId="{02BF2F2C-B588-4F30-B724-32BB5931E593}" type="presParOf" srcId="{DDFCF24C-47DD-3D47-82D0-D77B22C02268}" destId="{FB1658D8-B54D-9C4D-B687-5BBA21F11262}" srcOrd="5" destOrd="0" presId="urn:microsoft.com/office/officeart/2005/8/layout/matrix1"/>
    <dgm:cxn modelId="{D1381400-21C8-43C1-9ED1-65050B5BC383}" type="presParOf" srcId="{DDFCF24C-47DD-3D47-82D0-D77B22C02268}" destId="{3121767C-5C60-EB4F-B303-D43A4917FC74}" srcOrd="6" destOrd="0" presId="urn:microsoft.com/office/officeart/2005/8/layout/matrix1"/>
    <dgm:cxn modelId="{B51479E5-6C0D-4297-9CFC-EA08A701AB2F}" type="presParOf" srcId="{DDFCF24C-47DD-3D47-82D0-D77B22C02268}" destId="{57B16525-8A0C-3540-86D9-005D42DDB062}" srcOrd="7" destOrd="0" presId="urn:microsoft.com/office/officeart/2005/8/layout/matrix1"/>
    <dgm:cxn modelId="{9621F88F-2ACA-4F6C-9E0E-1EE05D905861}" type="presParOf" srcId="{3AB821B2-12AD-B943-A29C-B1D43E4CB689}" destId="{6DCCFF6A-BD22-3C46-877B-BF54013805A3}" srcOrd="1" destOrd="0" presId="urn:microsoft.com/office/officeart/2005/8/layout/matrix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A2F5FA-A822-3543-A746-FE372C18BC07}">
      <dsp:nvSpPr>
        <dsp:cNvPr id="0" name=""/>
        <dsp:cNvSpPr/>
      </dsp:nvSpPr>
      <dsp:spPr>
        <a:xfrm rot="16200000">
          <a:off x="1361206" y="-1361154"/>
          <a:ext cx="1739900" cy="4462313"/>
        </a:xfrm>
        <a:prstGeom prst="round1Rect">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156464" rIns="156464" bIns="156464" numCol="1" spcCol="1270" anchor="ctr" anchorCtr="0">
          <a:noAutofit/>
        </a:bodyPr>
        <a:lstStyle/>
        <a:p>
          <a:pPr marL="0" lvl="0" indent="0" algn="ctr" defTabSz="977900">
            <a:lnSpc>
              <a:spcPct val="90000"/>
            </a:lnSpc>
            <a:spcBef>
              <a:spcPct val="0"/>
            </a:spcBef>
            <a:spcAft>
              <a:spcPct val="35000"/>
            </a:spcAft>
            <a:buNone/>
          </a:pPr>
          <a:r>
            <a:rPr lang="es-MX" sz="2200" b="0" i="1" kern="1200" dirty="0">
              <a:latin typeface="Aptos"/>
              <a:cs typeface="Calibri"/>
            </a:rPr>
            <a:t>Un solo despliegue para todo el sistema.</a:t>
          </a:r>
          <a:endParaRPr lang="es-ES" sz="2200" b="0" i="1" kern="1200" dirty="0">
            <a:latin typeface="Aptos"/>
            <a:cs typeface="Calibri"/>
          </a:endParaRPr>
        </a:p>
      </dsp:txBody>
      <dsp:txXfrm rot="5400000">
        <a:off x="-1" y="53"/>
        <a:ext cx="4462313" cy="1304925"/>
      </dsp:txXfrm>
    </dsp:sp>
    <dsp:sp modelId="{0DC6AE54-94AE-C749-88B2-8680A1B94077}">
      <dsp:nvSpPr>
        <dsp:cNvPr id="0" name=""/>
        <dsp:cNvSpPr/>
      </dsp:nvSpPr>
      <dsp:spPr>
        <a:xfrm>
          <a:off x="4462313" y="0"/>
          <a:ext cx="4462313" cy="1739900"/>
        </a:xfrm>
        <a:prstGeom prst="round1Rect">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156464" rIns="156464" bIns="156464" numCol="1" spcCol="1270" anchor="ctr" anchorCtr="0">
          <a:noAutofit/>
        </a:bodyPr>
        <a:lstStyle/>
        <a:p>
          <a:pPr marL="0" lvl="0" indent="0" algn="ctr" defTabSz="977900">
            <a:lnSpc>
              <a:spcPct val="90000"/>
            </a:lnSpc>
            <a:spcBef>
              <a:spcPct val="0"/>
            </a:spcBef>
            <a:spcAft>
              <a:spcPct val="35000"/>
            </a:spcAft>
            <a:buNone/>
          </a:pPr>
          <a:r>
            <a:rPr lang="es-MX" sz="2200" b="0" i="1" kern="1200" dirty="0">
              <a:latin typeface="Aptos"/>
              <a:cs typeface="Calibri"/>
            </a:rPr>
            <a:t>Simplicidad en el desarrollo y pruebas.</a:t>
          </a:r>
          <a:endParaRPr lang="es-ES" sz="2200" b="0" i="1" kern="1200" dirty="0">
            <a:latin typeface="Aptos"/>
            <a:cs typeface="Calibri"/>
          </a:endParaRPr>
        </a:p>
      </dsp:txBody>
      <dsp:txXfrm>
        <a:off x="4462313" y="0"/>
        <a:ext cx="4462313" cy="1304925"/>
      </dsp:txXfrm>
    </dsp:sp>
    <dsp:sp modelId="{D24DE63A-BDC9-FB4D-A92E-0844AE353C39}">
      <dsp:nvSpPr>
        <dsp:cNvPr id="0" name=""/>
        <dsp:cNvSpPr/>
      </dsp:nvSpPr>
      <dsp:spPr>
        <a:xfrm rot="10800000">
          <a:off x="0" y="1739900"/>
          <a:ext cx="4462313" cy="1739900"/>
        </a:xfrm>
        <a:prstGeom prst="round1Rect">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156464" rIns="156464" bIns="156464" numCol="1" spcCol="1270" anchor="ctr" anchorCtr="0">
          <a:noAutofit/>
        </a:bodyPr>
        <a:lstStyle/>
        <a:p>
          <a:pPr marL="0" lvl="0" indent="0" algn="ctr" defTabSz="977900">
            <a:lnSpc>
              <a:spcPct val="90000"/>
            </a:lnSpc>
            <a:spcBef>
              <a:spcPct val="0"/>
            </a:spcBef>
            <a:spcAft>
              <a:spcPct val="35000"/>
            </a:spcAft>
            <a:buNone/>
          </a:pPr>
          <a:r>
            <a:rPr lang="es-CL" sz="2200" b="0" i="1" kern="1200" dirty="0">
              <a:latin typeface="Aptos"/>
              <a:cs typeface="Calibri"/>
            </a:rPr>
            <a:t>Riesgo de alta dependencia entre componentes.</a:t>
          </a:r>
          <a:endParaRPr lang="es-ES" sz="2200" b="0" i="1" kern="1200" dirty="0">
            <a:latin typeface="Aptos"/>
            <a:cs typeface="Calibri"/>
          </a:endParaRPr>
        </a:p>
      </dsp:txBody>
      <dsp:txXfrm rot="10800000">
        <a:off x="0" y="2174874"/>
        <a:ext cx="4462313" cy="1304925"/>
      </dsp:txXfrm>
    </dsp:sp>
    <dsp:sp modelId="{3121767C-5C60-EB4F-B303-D43A4917FC74}">
      <dsp:nvSpPr>
        <dsp:cNvPr id="0" name=""/>
        <dsp:cNvSpPr/>
      </dsp:nvSpPr>
      <dsp:spPr>
        <a:xfrm rot="5400000">
          <a:off x="5823519" y="378693"/>
          <a:ext cx="1739900" cy="4462313"/>
        </a:xfrm>
        <a:prstGeom prst="round1Rect">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156464" rIns="156464" bIns="156464" numCol="1" spcCol="1270" anchor="ctr" anchorCtr="0">
          <a:noAutofit/>
        </a:bodyPr>
        <a:lstStyle/>
        <a:p>
          <a:pPr marL="0" lvl="0" indent="0" algn="ctr" defTabSz="977900" rtl="0">
            <a:lnSpc>
              <a:spcPct val="90000"/>
            </a:lnSpc>
            <a:spcBef>
              <a:spcPct val="0"/>
            </a:spcBef>
            <a:spcAft>
              <a:spcPct val="35000"/>
            </a:spcAft>
            <a:buNone/>
          </a:pPr>
          <a:r>
            <a:rPr lang="es-MX" sz="2200" b="0" i="1" kern="1200" dirty="0">
              <a:latin typeface="Aptos"/>
              <a:cs typeface="Calibri"/>
            </a:rPr>
            <a:t>Escalabilidad limitada a nivel de sistema completo.</a:t>
          </a:r>
          <a:endParaRPr lang="es-ES" sz="2200" b="0" i="1" kern="1200" dirty="0">
            <a:latin typeface="Aptos"/>
            <a:cs typeface="Calibri"/>
          </a:endParaRPr>
        </a:p>
      </dsp:txBody>
      <dsp:txXfrm rot="-5400000">
        <a:off x="4462312" y="2174875"/>
        <a:ext cx="4462313" cy="1304925"/>
      </dsp:txXfrm>
    </dsp:sp>
    <dsp:sp modelId="{6DCCFF6A-BD22-3C46-877B-BF54013805A3}">
      <dsp:nvSpPr>
        <dsp:cNvPr id="0" name=""/>
        <dsp:cNvSpPr/>
      </dsp:nvSpPr>
      <dsp:spPr>
        <a:xfrm>
          <a:off x="3123619" y="1304925"/>
          <a:ext cx="2677387" cy="869950"/>
        </a:xfrm>
        <a:prstGeom prst="roundRect">
          <a:avLst/>
        </a:prstGeom>
        <a:solidFill>
          <a:schemeClr val="dk2">
            <a:tint val="6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s-ES" sz="2200" b="0" i="1" kern="1200" dirty="0">
              <a:latin typeface="Aptos"/>
              <a:cs typeface="Calibri"/>
            </a:rPr>
            <a:t>Arquitectura Monolítica</a:t>
          </a:r>
        </a:p>
      </dsp:txBody>
      <dsp:txXfrm>
        <a:off x="3166086" y="1347392"/>
        <a:ext cx="2592453" cy="78501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A2F5FA-A822-3543-A746-FE372C18BC07}">
      <dsp:nvSpPr>
        <dsp:cNvPr id="0" name=""/>
        <dsp:cNvSpPr/>
      </dsp:nvSpPr>
      <dsp:spPr>
        <a:xfrm rot="16200000">
          <a:off x="1424706" y="-1424647"/>
          <a:ext cx="1972733" cy="4822146"/>
        </a:xfrm>
        <a:prstGeom prst="round1Rect">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s-MX" sz="2400" b="0" i="1" kern="1200" dirty="0">
              <a:latin typeface="Aptos"/>
              <a:cs typeface="Calibri"/>
            </a:rPr>
            <a:t>Servicios independientes y desplegables de forma autónoma.</a:t>
          </a:r>
          <a:endParaRPr lang="es-ES" sz="2400" b="0" i="1" kern="1200" dirty="0">
            <a:latin typeface="Aptos"/>
            <a:cs typeface="Calibri"/>
          </a:endParaRPr>
        </a:p>
      </dsp:txBody>
      <dsp:txXfrm rot="5400000">
        <a:off x="0" y="60"/>
        <a:ext cx="4822146" cy="1479549"/>
      </dsp:txXfrm>
    </dsp:sp>
    <dsp:sp modelId="{0DC6AE54-94AE-C749-88B2-8680A1B94077}">
      <dsp:nvSpPr>
        <dsp:cNvPr id="0" name=""/>
        <dsp:cNvSpPr/>
      </dsp:nvSpPr>
      <dsp:spPr>
        <a:xfrm>
          <a:off x="4822146" y="0"/>
          <a:ext cx="4822146" cy="1972733"/>
        </a:xfrm>
        <a:prstGeom prst="round1Rect">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s-CL" sz="2400" b="0" i="1" kern="1200" dirty="0">
              <a:latin typeface="Aptos"/>
              <a:cs typeface="Calibri"/>
            </a:rPr>
            <a:t>Altamente escalable y adaptable.</a:t>
          </a:r>
          <a:endParaRPr lang="es-ES" sz="2400" b="0" i="1" kern="1200" dirty="0">
            <a:latin typeface="Aptos"/>
            <a:cs typeface="Calibri"/>
          </a:endParaRPr>
        </a:p>
      </dsp:txBody>
      <dsp:txXfrm>
        <a:off x="4822146" y="0"/>
        <a:ext cx="4822146" cy="1479549"/>
      </dsp:txXfrm>
    </dsp:sp>
    <dsp:sp modelId="{D24DE63A-BDC9-FB4D-A92E-0844AE353C39}">
      <dsp:nvSpPr>
        <dsp:cNvPr id="0" name=""/>
        <dsp:cNvSpPr/>
      </dsp:nvSpPr>
      <dsp:spPr>
        <a:xfrm rot="10800000">
          <a:off x="0" y="1972733"/>
          <a:ext cx="4822146" cy="1972733"/>
        </a:xfrm>
        <a:prstGeom prst="round1Rect">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s-MX" sz="2400" b="0" i="1" kern="1200" dirty="0">
              <a:latin typeface="Aptos"/>
              <a:cs typeface="Calibri"/>
            </a:rPr>
            <a:t>Complejidad mayor en comunicación y monitoreo.</a:t>
          </a:r>
          <a:endParaRPr lang="es-ES" sz="2400" b="0" i="1" kern="1200" dirty="0">
            <a:latin typeface="Aptos"/>
            <a:cs typeface="Calibri"/>
          </a:endParaRPr>
        </a:p>
      </dsp:txBody>
      <dsp:txXfrm rot="10800000">
        <a:off x="0" y="2465916"/>
        <a:ext cx="4822146" cy="1479549"/>
      </dsp:txXfrm>
    </dsp:sp>
    <dsp:sp modelId="{3121767C-5C60-EB4F-B303-D43A4917FC74}">
      <dsp:nvSpPr>
        <dsp:cNvPr id="0" name=""/>
        <dsp:cNvSpPr/>
      </dsp:nvSpPr>
      <dsp:spPr>
        <a:xfrm rot="5400000">
          <a:off x="6246852" y="548026"/>
          <a:ext cx="1972733" cy="4822146"/>
        </a:xfrm>
        <a:prstGeom prst="round1Rect">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rtl="0">
            <a:lnSpc>
              <a:spcPct val="90000"/>
            </a:lnSpc>
            <a:spcBef>
              <a:spcPct val="0"/>
            </a:spcBef>
            <a:spcAft>
              <a:spcPct val="35000"/>
            </a:spcAft>
            <a:buNone/>
          </a:pPr>
          <a:r>
            <a:rPr lang="es-MX" sz="2400" b="0" i="1" kern="1200" dirty="0">
              <a:latin typeface="Aptos"/>
              <a:cs typeface="Calibri"/>
            </a:rPr>
            <a:t>Diseñado para reflejar dominios de negocio específicos.</a:t>
          </a:r>
          <a:endParaRPr lang="es-ES" sz="2400" b="0" i="1" kern="1200" dirty="0">
            <a:latin typeface="Aptos"/>
            <a:cs typeface="Calibri"/>
          </a:endParaRPr>
        </a:p>
      </dsp:txBody>
      <dsp:txXfrm rot="-5400000">
        <a:off x="4822146" y="2465916"/>
        <a:ext cx="4822146" cy="1479549"/>
      </dsp:txXfrm>
    </dsp:sp>
    <dsp:sp modelId="{6DCCFF6A-BD22-3C46-877B-BF54013805A3}">
      <dsp:nvSpPr>
        <dsp:cNvPr id="0" name=""/>
        <dsp:cNvSpPr/>
      </dsp:nvSpPr>
      <dsp:spPr>
        <a:xfrm>
          <a:off x="3375502" y="1479549"/>
          <a:ext cx="2893287" cy="986366"/>
        </a:xfrm>
        <a:prstGeom prst="roundRect">
          <a:avLst/>
        </a:prstGeom>
        <a:solidFill>
          <a:schemeClr val="dk2">
            <a:tint val="6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s-ES" sz="2400" b="0" i="1" kern="1200" dirty="0">
              <a:latin typeface="Aptos"/>
              <a:cs typeface="Calibri"/>
            </a:rPr>
            <a:t>Arquitectura </a:t>
          </a:r>
          <a:r>
            <a:rPr lang="es-ES" sz="2400" b="1" kern="1200" dirty="0">
              <a:latin typeface="Aptos"/>
            </a:rPr>
            <a:t>de Microservicios</a:t>
          </a:r>
          <a:endParaRPr lang="es-ES" sz="2400" b="0" i="1" kern="1200" dirty="0">
            <a:latin typeface="Aptos"/>
            <a:cs typeface="Calibri"/>
          </a:endParaRPr>
        </a:p>
      </dsp:txBody>
      <dsp:txXfrm>
        <a:off x="3423652" y="1527699"/>
        <a:ext cx="2796987" cy="890066"/>
      </dsp:txXfrm>
    </dsp:sp>
  </dsp:spTree>
</dsp:drawing>
</file>

<file path=ppt/diagrams/layout1.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layout2.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864239-F6AC-E546-B361-A14C51F857E1}" type="datetimeFigureOut">
              <a:rPr lang="es-CL" smtClean="0"/>
              <a:t>23-01-2025</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CC7E42-1DB9-2B41-BCBC-A6CF84358986}" type="slidenum">
              <a:rPr lang="es-CL" smtClean="0"/>
              <a:t>‹Nº›</a:t>
            </a:fld>
            <a:endParaRPr lang="es-CL"/>
          </a:p>
        </p:txBody>
      </p:sp>
    </p:spTree>
    <p:extLst>
      <p:ext uri="{BB962C8B-B14F-4D97-AF65-F5344CB8AC3E}">
        <p14:creationId xmlns:p14="http://schemas.microsoft.com/office/powerpoint/2010/main" val="6259091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L" dirty="0"/>
          </a:p>
        </p:txBody>
      </p:sp>
      <p:sp>
        <p:nvSpPr>
          <p:cNvPr id="4" name="Marcador de número de diapositiva 3"/>
          <p:cNvSpPr>
            <a:spLocks noGrp="1"/>
          </p:cNvSpPr>
          <p:nvPr>
            <p:ph type="sldNum" sz="quarter" idx="5"/>
          </p:nvPr>
        </p:nvSpPr>
        <p:spPr/>
        <p:txBody>
          <a:bodyPr/>
          <a:lstStyle/>
          <a:p>
            <a:fld id="{C1CC7E42-1DB9-2B41-BCBC-A6CF84358986}" type="slidenum">
              <a:rPr lang="es-CL" smtClean="0"/>
              <a:t>2</a:t>
            </a:fld>
            <a:endParaRPr lang="es-CL"/>
          </a:p>
        </p:txBody>
      </p:sp>
    </p:spTree>
    <p:extLst>
      <p:ext uri="{BB962C8B-B14F-4D97-AF65-F5344CB8AC3E}">
        <p14:creationId xmlns:p14="http://schemas.microsoft.com/office/powerpoint/2010/main" val="24060877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L" dirty="0"/>
          </a:p>
        </p:txBody>
      </p:sp>
      <p:sp>
        <p:nvSpPr>
          <p:cNvPr id="4" name="Marcador de número de diapositiva 3"/>
          <p:cNvSpPr>
            <a:spLocks noGrp="1"/>
          </p:cNvSpPr>
          <p:nvPr>
            <p:ph type="sldNum" sz="quarter" idx="5"/>
          </p:nvPr>
        </p:nvSpPr>
        <p:spPr/>
        <p:txBody>
          <a:bodyPr/>
          <a:lstStyle/>
          <a:p>
            <a:fld id="{C1CC7E42-1DB9-2B41-BCBC-A6CF84358986}" type="slidenum">
              <a:rPr lang="es-CL" smtClean="0"/>
              <a:t>4</a:t>
            </a:fld>
            <a:endParaRPr lang="es-CL"/>
          </a:p>
        </p:txBody>
      </p:sp>
    </p:spTree>
    <p:extLst>
      <p:ext uri="{BB962C8B-B14F-4D97-AF65-F5344CB8AC3E}">
        <p14:creationId xmlns:p14="http://schemas.microsoft.com/office/powerpoint/2010/main" val="22179660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0863E8-376A-5420-4BD5-93E10372B8D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36DAE03-165E-21B0-7562-548DC0936FB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9B6ED91-456C-D27F-1C5A-9185940A7075}"/>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97DAEBED-B671-5F30-4571-741C590B12C8}"/>
              </a:ext>
            </a:extLst>
          </p:cNvPr>
          <p:cNvSpPr>
            <a:spLocks noGrp="1"/>
          </p:cNvSpPr>
          <p:nvPr>
            <p:ph type="sldNum" sz="quarter" idx="5"/>
          </p:nvPr>
        </p:nvSpPr>
        <p:spPr/>
        <p:txBody>
          <a:bodyPr/>
          <a:lstStyle/>
          <a:p>
            <a:fld id="{C1CC7E42-1DB9-2B41-BCBC-A6CF84358986}" type="slidenum">
              <a:rPr lang="es-CL" smtClean="0"/>
              <a:t>5</a:t>
            </a:fld>
            <a:endParaRPr lang="es-CL"/>
          </a:p>
        </p:txBody>
      </p:sp>
    </p:spTree>
    <p:extLst>
      <p:ext uri="{BB962C8B-B14F-4D97-AF65-F5344CB8AC3E}">
        <p14:creationId xmlns:p14="http://schemas.microsoft.com/office/powerpoint/2010/main" val="27098157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349B05-E553-4D4D-0E6C-8F17AF12C18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45C743C-B0F8-CD41-653C-F9E208CCED9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94566E5-9ACD-EABC-B958-44645A2196FF}"/>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0433680F-F6B6-FEB1-5956-00202B7EEEE8}"/>
              </a:ext>
            </a:extLst>
          </p:cNvPr>
          <p:cNvSpPr>
            <a:spLocks noGrp="1"/>
          </p:cNvSpPr>
          <p:nvPr>
            <p:ph type="sldNum" sz="quarter" idx="5"/>
          </p:nvPr>
        </p:nvSpPr>
        <p:spPr/>
        <p:txBody>
          <a:bodyPr/>
          <a:lstStyle/>
          <a:p>
            <a:fld id="{C1CC7E42-1DB9-2B41-BCBC-A6CF84358986}" type="slidenum">
              <a:rPr lang="es-CL" smtClean="0"/>
              <a:t>6</a:t>
            </a:fld>
            <a:endParaRPr lang="es-CL"/>
          </a:p>
        </p:txBody>
      </p:sp>
    </p:spTree>
    <p:extLst>
      <p:ext uri="{BB962C8B-B14F-4D97-AF65-F5344CB8AC3E}">
        <p14:creationId xmlns:p14="http://schemas.microsoft.com/office/powerpoint/2010/main" val="14274970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DFDAE-3713-E33B-8894-C9E1F644452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8FFD3B5-93FE-88A1-ED30-F30D6CBABDB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C8D1F79-C13B-B89F-51C1-B6A2C1086C44}"/>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63CFA09A-C521-968F-EF0F-AC42D2F4BBFA}"/>
              </a:ext>
            </a:extLst>
          </p:cNvPr>
          <p:cNvSpPr>
            <a:spLocks noGrp="1"/>
          </p:cNvSpPr>
          <p:nvPr>
            <p:ph type="sldNum" sz="quarter" idx="5"/>
          </p:nvPr>
        </p:nvSpPr>
        <p:spPr/>
        <p:txBody>
          <a:bodyPr/>
          <a:lstStyle/>
          <a:p>
            <a:fld id="{C1CC7E42-1DB9-2B41-BCBC-A6CF84358986}" type="slidenum">
              <a:rPr lang="es-CL" smtClean="0"/>
              <a:t>7</a:t>
            </a:fld>
            <a:endParaRPr lang="es-CL"/>
          </a:p>
        </p:txBody>
      </p:sp>
    </p:spTree>
    <p:extLst>
      <p:ext uri="{BB962C8B-B14F-4D97-AF65-F5344CB8AC3E}">
        <p14:creationId xmlns:p14="http://schemas.microsoft.com/office/powerpoint/2010/main" val="23031422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A88FD-0146-C456-95E4-9C8D7AA6E3A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B25F3A1-9C48-55F4-591A-AC5DBB434F5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D0A06D9-8FA1-6A2F-BF50-3212D19B2731}"/>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A3B2B985-AFD4-E4FB-D224-AF4F28B4E3D3}"/>
              </a:ext>
            </a:extLst>
          </p:cNvPr>
          <p:cNvSpPr>
            <a:spLocks noGrp="1"/>
          </p:cNvSpPr>
          <p:nvPr>
            <p:ph type="sldNum" sz="quarter" idx="5"/>
          </p:nvPr>
        </p:nvSpPr>
        <p:spPr/>
        <p:txBody>
          <a:bodyPr/>
          <a:lstStyle/>
          <a:p>
            <a:fld id="{C1CC7E42-1DB9-2B41-BCBC-A6CF84358986}" type="slidenum">
              <a:rPr lang="es-CL" smtClean="0"/>
              <a:t>8</a:t>
            </a:fld>
            <a:endParaRPr lang="es-CL"/>
          </a:p>
        </p:txBody>
      </p:sp>
    </p:spTree>
    <p:extLst>
      <p:ext uri="{BB962C8B-B14F-4D97-AF65-F5344CB8AC3E}">
        <p14:creationId xmlns:p14="http://schemas.microsoft.com/office/powerpoint/2010/main" val="36929436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63F448-3DEA-4410-793C-5594D598661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627C62B-A21A-7FD4-2B7E-67B3CD5F41E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C4B0C72-E1FB-2EBC-2D5F-856EC9C6F466}"/>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A1AE2EC8-7DB0-F3C1-3F1B-484FB4FC8419}"/>
              </a:ext>
            </a:extLst>
          </p:cNvPr>
          <p:cNvSpPr>
            <a:spLocks noGrp="1"/>
          </p:cNvSpPr>
          <p:nvPr>
            <p:ph type="sldNum" sz="quarter" idx="5"/>
          </p:nvPr>
        </p:nvSpPr>
        <p:spPr/>
        <p:txBody>
          <a:bodyPr/>
          <a:lstStyle/>
          <a:p>
            <a:fld id="{C1CC7E42-1DB9-2B41-BCBC-A6CF84358986}" type="slidenum">
              <a:rPr lang="es-CL" smtClean="0"/>
              <a:t>9</a:t>
            </a:fld>
            <a:endParaRPr lang="es-CL"/>
          </a:p>
        </p:txBody>
      </p:sp>
    </p:spTree>
    <p:extLst>
      <p:ext uri="{BB962C8B-B14F-4D97-AF65-F5344CB8AC3E}">
        <p14:creationId xmlns:p14="http://schemas.microsoft.com/office/powerpoint/2010/main" val="34320323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FC3E4-01D0-C49D-5B2C-1BFDF59D236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81B0368-3CB1-20CA-7CB5-BAF6A5B44EC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5E83A16-8BA4-1C0C-67AE-4C2FABC05E57}"/>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F6A0670E-87DC-5FEF-2028-8BA6CFCBA00E}"/>
              </a:ext>
            </a:extLst>
          </p:cNvPr>
          <p:cNvSpPr>
            <a:spLocks noGrp="1"/>
          </p:cNvSpPr>
          <p:nvPr>
            <p:ph type="sldNum" sz="quarter" idx="5"/>
          </p:nvPr>
        </p:nvSpPr>
        <p:spPr/>
        <p:txBody>
          <a:bodyPr/>
          <a:lstStyle/>
          <a:p>
            <a:fld id="{C1CC7E42-1DB9-2B41-BCBC-A6CF84358986}" type="slidenum">
              <a:rPr lang="es-CL" smtClean="0"/>
              <a:t>10</a:t>
            </a:fld>
            <a:endParaRPr lang="es-CL"/>
          </a:p>
        </p:txBody>
      </p:sp>
    </p:spTree>
    <p:extLst>
      <p:ext uri="{BB962C8B-B14F-4D97-AF65-F5344CB8AC3E}">
        <p14:creationId xmlns:p14="http://schemas.microsoft.com/office/powerpoint/2010/main" val="18003520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5" Type="http://schemas.openxmlformats.org/officeDocument/2006/relationships/image" Target="../media/image9.emf"/><Relationship Id="rId4" Type="http://schemas.openxmlformats.org/officeDocument/2006/relationships/image" Target="../media/image7.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g"/><Relationship Id="rId1" Type="http://schemas.openxmlformats.org/officeDocument/2006/relationships/slideMaster" Target="../slideMasters/slideMaster2.xml"/><Relationship Id="rId4" Type="http://schemas.openxmlformats.org/officeDocument/2006/relationships/image" Target="../media/image3.emf"/></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 Id="rId5" Type="http://schemas.openxmlformats.org/officeDocument/2006/relationships/image" Target="../media/image9.emf"/><Relationship Id="rId4" Type="http://schemas.openxmlformats.org/officeDocument/2006/relationships/image" Target="../media/image7.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s-MX"/>
              <a:t>Haz clic para modificar el estilo de título del patrón</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n-US" dirty="0"/>
          </a:p>
        </p:txBody>
      </p:sp>
      <p:sp>
        <p:nvSpPr>
          <p:cNvPr id="4" name="Date Placeholder 3"/>
          <p:cNvSpPr>
            <a:spLocks noGrp="1"/>
          </p:cNvSpPr>
          <p:nvPr>
            <p:ph type="dt" sz="half" idx="10"/>
          </p:nvPr>
        </p:nvSpPr>
        <p:spPr/>
        <p:txBody>
          <a:bodyPr/>
          <a:lstStyle/>
          <a:p>
            <a:fld id="{7604031C-1D81-E945-A028-78780D1B7DE5}" type="datetimeFigureOut">
              <a:rPr lang="es-CL" smtClean="0"/>
              <a:t>23-01-2025</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EBBEC0DC-B55F-A543-ADED-336BFEE3FCEB}" type="slidenum">
              <a:rPr lang="es-CL" smtClean="0"/>
              <a:t>‹Nº›</a:t>
            </a:fld>
            <a:endParaRPr lang="es-CL"/>
          </a:p>
        </p:txBody>
      </p:sp>
    </p:spTree>
    <p:extLst>
      <p:ext uri="{BB962C8B-B14F-4D97-AF65-F5344CB8AC3E}">
        <p14:creationId xmlns:p14="http://schemas.microsoft.com/office/powerpoint/2010/main" val="13402106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Content Placeholder 2"/>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pPr>
              <a:defRPr/>
            </a:pPr>
            <a:endParaRPr lang="es-ES"/>
          </a:p>
        </p:txBody>
      </p:sp>
      <p:sp>
        <p:nvSpPr>
          <p:cNvPr id="5" name="Footer Placeholder 4"/>
          <p:cNvSpPr>
            <a:spLocks noGrp="1"/>
          </p:cNvSpPr>
          <p:nvPr>
            <p:ph type="ftr" sz="quarter" idx="11"/>
          </p:nvPr>
        </p:nvSpPr>
        <p:spPr/>
        <p:txBody>
          <a:bodyPr/>
          <a:lstStyle/>
          <a:p>
            <a:pPr>
              <a:defRPr/>
            </a:pPr>
            <a:endParaRPr lang="es-ES"/>
          </a:p>
        </p:txBody>
      </p:sp>
      <p:sp>
        <p:nvSpPr>
          <p:cNvPr id="6" name="Slide Number Placeholder 5"/>
          <p:cNvSpPr>
            <a:spLocks noGrp="1"/>
          </p:cNvSpPr>
          <p:nvPr>
            <p:ph type="sldNum" sz="quarter" idx="12"/>
          </p:nvPr>
        </p:nvSpPr>
        <p:spPr/>
        <p:txBody>
          <a:bodyPr/>
          <a:lstStyle/>
          <a:p>
            <a:fld id="{31FBF998-3F73-5947-ACD9-3919C47718E3}" type="slidenum">
              <a:rPr lang="es-ES" smtClean="0"/>
              <a:pPr/>
              <a:t>‹Nº›</a:t>
            </a:fld>
            <a:endParaRPr lang="es-ES"/>
          </a:p>
        </p:txBody>
      </p:sp>
    </p:spTree>
    <p:extLst>
      <p:ext uri="{BB962C8B-B14F-4D97-AF65-F5344CB8AC3E}">
        <p14:creationId xmlns:p14="http://schemas.microsoft.com/office/powerpoint/2010/main" val="33304336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s-MX"/>
              <a:t>Haz clic para modificar el estilo de título del patrón</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p>
            <a:fld id="{7604031C-1D81-E945-A028-78780D1B7DE5}" type="datetimeFigureOut">
              <a:rPr lang="es-CL" smtClean="0"/>
              <a:t>23-01-2025</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EBBEC0DC-B55F-A543-ADED-336BFEE3FCEB}" type="slidenum">
              <a:rPr lang="es-CL" smtClean="0"/>
              <a:t>‹Nº›</a:t>
            </a:fld>
            <a:endParaRPr lang="es-CL"/>
          </a:p>
        </p:txBody>
      </p:sp>
    </p:spTree>
    <p:extLst>
      <p:ext uri="{BB962C8B-B14F-4D97-AF65-F5344CB8AC3E}">
        <p14:creationId xmlns:p14="http://schemas.microsoft.com/office/powerpoint/2010/main" val="1837838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5" name="Date Placeholder 4"/>
          <p:cNvSpPr>
            <a:spLocks noGrp="1"/>
          </p:cNvSpPr>
          <p:nvPr>
            <p:ph type="dt" sz="half" idx="10"/>
          </p:nvPr>
        </p:nvSpPr>
        <p:spPr/>
        <p:txBody>
          <a:bodyPr/>
          <a:lstStyle/>
          <a:p>
            <a:fld id="{7604031C-1D81-E945-A028-78780D1B7DE5}" type="datetimeFigureOut">
              <a:rPr lang="es-CL" smtClean="0"/>
              <a:t>23-01-2025</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EBBEC0DC-B55F-A543-ADED-336BFEE3FCEB}" type="slidenum">
              <a:rPr lang="es-CL" smtClean="0"/>
              <a:t>‹Nº›</a:t>
            </a:fld>
            <a:endParaRPr lang="es-CL"/>
          </a:p>
        </p:txBody>
      </p:sp>
    </p:spTree>
    <p:extLst>
      <p:ext uri="{BB962C8B-B14F-4D97-AF65-F5344CB8AC3E}">
        <p14:creationId xmlns:p14="http://schemas.microsoft.com/office/powerpoint/2010/main" val="22032075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s-MX"/>
              <a:t>Haz clic para modificar el estilo de título del patrón</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Content Placeholder 3"/>
          <p:cNvSpPr>
            <a:spLocks noGrp="1"/>
          </p:cNvSpPr>
          <p:nvPr>
            <p:ph sz="half" idx="2"/>
          </p:nvPr>
        </p:nvSpPr>
        <p:spPr>
          <a:xfrm>
            <a:off x="839788" y="2505075"/>
            <a:ext cx="5157787"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Content Placeholder 5"/>
          <p:cNvSpPr>
            <a:spLocks noGrp="1"/>
          </p:cNvSpPr>
          <p:nvPr>
            <p:ph sz="quarter" idx="4"/>
          </p:nvPr>
        </p:nvSpPr>
        <p:spPr>
          <a:xfrm>
            <a:off x="6172200" y="2505075"/>
            <a:ext cx="5183188"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7" name="Date Placeholder 6"/>
          <p:cNvSpPr>
            <a:spLocks noGrp="1"/>
          </p:cNvSpPr>
          <p:nvPr>
            <p:ph type="dt" sz="half" idx="10"/>
          </p:nvPr>
        </p:nvSpPr>
        <p:spPr/>
        <p:txBody>
          <a:bodyPr/>
          <a:lstStyle/>
          <a:p>
            <a:fld id="{7604031C-1D81-E945-A028-78780D1B7DE5}" type="datetimeFigureOut">
              <a:rPr lang="es-CL" smtClean="0"/>
              <a:t>23-01-2025</a:t>
            </a:fld>
            <a:endParaRPr lang="es-CL"/>
          </a:p>
        </p:txBody>
      </p:sp>
      <p:sp>
        <p:nvSpPr>
          <p:cNvPr id="8" name="Footer Placeholder 7"/>
          <p:cNvSpPr>
            <a:spLocks noGrp="1"/>
          </p:cNvSpPr>
          <p:nvPr>
            <p:ph type="ftr" sz="quarter" idx="11"/>
          </p:nvPr>
        </p:nvSpPr>
        <p:spPr/>
        <p:txBody>
          <a:bodyPr/>
          <a:lstStyle/>
          <a:p>
            <a:endParaRPr lang="es-CL"/>
          </a:p>
        </p:txBody>
      </p:sp>
      <p:sp>
        <p:nvSpPr>
          <p:cNvPr id="9" name="Slide Number Placeholder 8"/>
          <p:cNvSpPr>
            <a:spLocks noGrp="1"/>
          </p:cNvSpPr>
          <p:nvPr>
            <p:ph type="sldNum" sz="quarter" idx="12"/>
          </p:nvPr>
        </p:nvSpPr>
        <p:spPr/>
        <p:txBody>
          <a:bodyPr/>
          <a:lstStyle/>
          <a:p>
            <a:fld id="{EBBEC0DC-B55F-A543-ADED-336BFEE3FCEB}" type="slidenum">
              <a:rPr lang="es-CL" smtClean="0"/>
              <a:t>‹Nº›</a:t>
            </a:fld>
            <a:endParaRPr lang="es-CL"/>
          </a:p>
        </p:txBody>
      </p:sp>
    </p:spTree>
    <p:extLst>
      <p:ext uri="{BB962C8B-B14F-4D97-AF65-F5344CB8AC3E}">
        <p14:creationId xmlns:p14="http://schemas.microsoft.com/office/powerpoint/2010/main" val="3341686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Date Placeholder 2"/>
          <p:cNvSpPr>
            <a:spLocks noGrp="1"/>
          </p:cNvSpPr>
          <p:nvPr>
            <p:ph type="dt" sz="half" idx="10"/>
          </p:nvPr>
        </p:nvSpPr>
        <p:spPr/>
        <p:txBody>
          <a:bodyPr/>
          <a:lstStyle/>
          <a:p>
            <a:fld id="{7604031C-1D81-E945-A028-78780D1B7DE5}" type="datetimeFigureOut">
              <a:rPr lang="es-CL" smtClean="0"/>
              <a:t>23-01-2025</a:t>
            </a:fld>
            <a:endParaRPr lang="es-CL"/>
          </a:p>
        </p:txBody>
      </p:sp>
      <p:sp>
        <p:nvSpPr>
          <p:cNvPr id="4" name="Footer Placeholder 3"/>
          <p:cNvSpPr>
            <a:spLocks noGrp="1"/>
          </p:cNvSpPr>
          <p:nvPr>
            <p:ph type="ftr" sz="quarter" idx="11"/>
          </p:nvPr>
        </p:nvSpPr>
        <p:spPr/>
        <p:txBody>
          <a:bodyPr/>
          <a:lstStyle/>
          <a:p>
            <a:endParaRPr lang="es-CL"/>
          </a:p>
        </p:txBody>
      </p:sp>
      <p:sp>
        <p:nvSpPr>
          <p:cNvPr id="5" name="Slide Number Placeholder 4"/>
          <p:cNvSpPr>
            <a:spLocks noGrp="1"/>
          </p:cNvSpPr>
          <p:nvPr>
            <p:ph type="sldNum" sz="quarter" idx="12"/>
          </p:nvPr>
        </p:nvSpPr>
        <p:spPr/>
        <p:txBody>
          <a:bodyPr/>
          <a:lstStyle/>
          <a:p>
            <a:fld id="{EBBEC0DC-B55F-A543-ADED-336BFEE3FCEB}" type="slidenum">
              <a:rPr lang="es-CL" smtClean="0"/>
              <a:t>‹Nº›</a:t>
            </a:fld>
            <a:endParaRPr lang="es-CL"/>
          </a:p>
        </p:txBody>
      </p:sp>
    </p:spTree>
    <p:extLst>
      <p:ext uri="{BB962C8B-B14F-4D97-AF65-F5344CB8AC3E}">
        <p14:creationId xmlns:p14="http://schemas.microsoft.com/office/powerpoint/2010/main" val="30736163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7B281C-5159-4971-8228-52B9A72E9ED2}" type="datetimeFigureOut">
              <a:rPr kumimoji="0" lang="es-ES" smtClean="0"/>
              <a:pPr/>
              <a:t>23/01/2025</a:t>
            </a:fld>
            <a:endParaRPr kumimoji="0" lang="es-ES"/>
          </a:p>
        </p:txBody>
      </p:sp>
      <p:sp>
        <p:nvSpPr>
          <p:cNvPr id="3" name="Footer Placeholder 2"/>
          <p:cNvSpPr>
            <a:spLocks noGrp="1"/>
          </p:cNvSpPr>
          <p:nvPr>
            <p:ph type="ftr" sz="quarter" idx="11"/>
          </p:nvPr>
        </p:nvSpPr>
        <p:spPr/>
        <p:txBody>
          <a:bodyPr/>
          <a:lstStyle/>
          <a:p>
            <a:endParaRPr kumimoji="0" lang="es-ES"/>
          </a:p>
        </p:txBody>
      </p:sp>
      <p:sp>
        <p:nvSpPr>
          <p:cNvPr id="4" name="Slide Number Placeholder 3"/>
          <p:cNvSpPr>
            <a:spLocks noGrp="1"/>
          </p:cNvSpPr>
          <p:nvPr>
            <p:ph type="sldNum" sz="quarter" idx="12"/>
          </p:nvPr>
        </p:nvSpPr>
        <p:spPr/>
        <p:txBody>
          <a:bodyPr/>
          <a:lstStyle/>
          <a:p>
            <a:fld id="{33D6E5A2-EC83-451F-A719-9AC1370DD5CF}" type="slidenum">
              <a:rPr kumimoji="0" lang="es-CL" smtClean="0"/>
              <a:pPr/>
              <a:t>‹Nº›</a:t>
            </a:fld>
            <a:endParaRPr kumimoji="0" lang="es-CL"/>
          </a:p>
        </p:txBody>
      </p:sp>
    </p:spTree>
    <p:extLst>
      <p:ext uri="{BB962C8B-B14F-4D97-AF65-F5344CB8AC3E}">
        <p14:creationId xmlns:p14="http://schemas.microsoft.com/office/powerpoint/2010/main" val="930046854"/>
      </p:ext>
    </p:extLst>
  </p:cSld>
  <p:clrMapOvr>
    <a:masterClrMapping/>
  </p:clrMapOvr>
  <p:transition spd="slow">
    <p:wipe di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7604031C-1D81-E945-A028-78780D1B7DE5}" type="datetimeFigureOut">
              <a:rPr lang="es-CL" smtClean="0"/>
              <a:t>23-01-2025</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EBBEC0DC-B55F-A543-ADED-336BFEE3FCEB}" type="slidenum">
              <a:rPr lang="es-CL" smtClean="0"/>
              <a:t>‹Nº›</a:t>
            </a:fld>
            <a:endParaRPr lang="es-CL"/>
          </a:p>
        </p:txBody>
      </p:sp>
    </p:spTree>
    <p:extLst>
      <p:ext uri="{BB962C8B-B14F-4D97-AF65-F5344CB8AC3E}">
        <p14:creationId xmlns:p14="http://schemas.microsoft.com/office/powerpoint/2010/main" val="369773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MX"/>
              <a:t>Haz clic en el icono para agregar una imagen</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7604031C-1D81-E945-A028-78780D1B7DE5}" type="datetimeFigureOut">
              <a:rPr lang="es-CL" smtClean="0"/>
              <a:t>23-01-2025</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EBBEC0DC-B55F-A543-ADED-336BFEE3FCEB}" type="slidenum">
              <a:rPr lang="es-CL" smtClean="0"/>
              <a:t>‹Nº›</a:t>
            </a:fld>
            <a:endParaRPr lang="es-CL"/>
          </a:p>
        </p:txBody>
      </p:sp>
    </p:spTree>
    <p:extLst>
      <p:ext uri="{BB962C8B-B14F-4D97-AF65-F5344CB8AC3E}">
        <p14:creationId xmlns:p14="http://schemas.microsoft.com/office/powerpoint/2010/main" val="31732950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7604031C-1D81-E945-A028-78780D1B7DE5}" type="datetimeFigureOut">
              <a:rPr lang="es-CL" smtClean="0"/>
              <a:t>23-01-2025</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EBBEC0DC-B55F-A543-ADED-336BFEE3FCEB}" type="slidenum">
              <a:rPr lang="es-CL" smtClean="0"/>
              <a:t>‹Nº›</a:t>
            </a:fld>
            <a:endParaRPr lang="es-CL"/>
          </a:p>
        </p:txBody>
      </p:sp>
    </p:spTree>
    <p:extLst>
      <p:ext uri="{BB962C8B-B14F-4D97-AF65-F5344CB8AC3E}">
        <p14:creationId xmlns:p14="http://schemas.microsoft.com/office/powerpoint/2010/main" val="34217610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s-MX"/>
              <a:t>Haz clic para modificar el estilo de título del patrón</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7604031C-1D81-E945-A028-78780D1B7DE5}" type="datetimeFigureOut">
              <a:rPr lang="es-CL" smtClean="0"/>
              <a:t>23-01-2025</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EBBEC0DC-B55F-A543-ADED-336BFEE3FCEB}" type="slidenum">
              <a:rPr lang="es-CL" smtClean="0"/>
              <a:t>‹Nº›</a:t>
            </a:fld>
            <a:endParaRPr lang="es-CL"/>
          </a:p>
        </p:txBody>
      </p:sp>
    </p:spTree>
    <p:extLst>
      <p:ext uri="{BB962C8B-B14F-4D97-AF65-F5344CB8AC3E}">
        <p14:creationId xmlns:p14="http://schemas.microsoft.com/office/powerpoint/2010/main" val="16371471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PORTADA princip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1" name="Imagen 10">
            <a:extLst>
              <a:ext uri="{FF2B5EF4-FFF2-40B4-BE49-F238E27FC236}">
                <a16:creationId xmlns:a16="http://schemas.microsoft.com/office/drawing/2014/main" id="{9057CAB5-419B-D16F-C185-A2D3C653D2A9}"/>
              </a:ext>
            </a:extLst>
          </p:cNvPr>
          <p:cNvPicPr>
            <a:picLocks noChangeAspect="1"/>
          </p:cNvPicPr>
          <p:nvPr userDrawn="1"/>
        </p:nvPicPr>
        <p:blipFill>
          <a:blip r:embed="rId3"/>
          <a:stretch>
            <a:fillRect/>
          </a:stretch>
        </p:blipFill>
        <p:spPr>
          <a:xfrm>
            <a:off x="11859053" y="1796807"/>
            <a:ext cx="70965" cy="3264387"/>
          </a:xfrm>
          <a:prstGeom prst="rect">
            <a:avLst/>
          </a:prstGeom>
        </p:spPr>
      </p:pic>
      <p:sp>
        <p:nvSpPr>
          <p:cNvPr id="5" name="Rectángulo 4">
            <a:extLst>
              <a:ext uri="{FF2B5EF4-FFF2-40B4-BE49-F238E27FC236}">
                <a16:creationId xmlns:a16="http://schemas.microsoft.com/office/drawing/2014/main" id="{EA07B88F-3442-88EF-4332-8188DAED77CC}"/>
              </a:ext>
            </a:extLst>
          </p:cNvPr>
          <p:cNvSpPr>
            <a:spLocks noGrp="1" noRot="1" noMove="1" noResize="1" noEditPoints="1" noAdjustHandles="1" noChangeArrowheads="1" noChangeShapeType="1"/>
          </p:cNvSpPr>
          <p:nvPr userDrawn="1"/>
        </p:nvSpPr>
        <p:spPr>
          <a:xfrm>
            <a:off x="5944993" y="616688"/>
            <a:ext cx="5674686" cy="5667154"/>
          </a:xfrm>
          <a:prstGeom prst="rect">
            <a:avLst/>
          </a:prstGeom>
          <a:solidFill>
            <a:srgbClr val="4E7C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6" name="Rectángulo 5">
            <a:extLst>
              <a:ext uri="{FF2B5EF4-FFF2-40B4-BE49-F238E27FC236}">
                <a16:creationId xmlns:a16="http://schemas.microsoft.com/office/drawing/2014/main" id="{FC350248-3FB5-3C6F-8D72-BDEA02FE930A}"/>
              </a:ext>
            </a:extLst>
          </p:cNvPr>
          <p:cNvSpPr/>
          <p:nvPr userDrawn="1"/>
        </p:nvSpPr>
        <p:spPr>
          <a:xfrm>
            <a:off x="6398549" y="2788646"/>
            <a:ext cx="294796" cy="2947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sz="1351"/>
          </a:p>
        </p:txBody>
      </p:sp>
      <p:cxnSp>
        <p:nvCxnSpPr>
          <p:cNvPr id="7" name="Conector recto 6">
            <a:extLst>
              <a:ext uri="{FF2B5EF4-FFF2-40B4-BE49-F238E27FC236}">
                <a16:creationId xmlns:a16="http://schemas.microsoft.com/office/drawing/2014/main" id="{FF0FCBE2-3DBD-0281-D2F5-F0C94CE8BC2D}"/>
              </a:ext>
            </a:extLst>
          </p:cNvPr>
          <p:cNvCxnSpPr>
            <a:cxnSpLocks/>
          </p:cNvCxnSpPr>
          <p:nvPr userDrawn="1"/>
        </p:nvCxnSpPr>
        <p:spPr>
          <a:xfrm>
            <a:off x="6996223" y="4106486"/>
            <a:ext cx="4114800"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3" name="Marcador de título 1">
            <a:extLst>
              <a:ext uri="{FF2B5EF4-FFF2-40B4-BE49-F238E27FC236}">
                <a16:creationId xmlns:a16="http://schemas.microsoft.com/office/drawing/2014/main" id="{F586EB83-3340-7C71-15A1-A44304B30029}"/>
              </a:ext>
            </a:extLst>
          </p:cNvPr>
          <p:cNvSpPr>
            <a:spLocks noGrp="1"/>
          </p:cNvSpPr>
          <p:nvPr>
            <p:ph type="title" hasCustomPrompt="1"/>
          </p:nvPr>
        </p:nvSpPr>
        <p:spPr>
          <a:xfrm>
            <a:off x="6915809" y="2601411"/>
            <a:ext cx="4377817" cy="1306054"/>
          </a:xfrm>
          <a:prstGeom prst="rect">
            <a:avLst/>
          </a:prstGeom>
        </p:spPr>
        <p:txBody>
          <a:bodyPr vert="horz" lIns="91440" tIns="45720" rIns="91440" bIns="45720" rtlCol="0" anchor="ctr">
            <a:normAutofit/>
          </a:bodyPr>
          <a:lstStyle>
            <a:lvl1pPr>
              <a:defRPr b="1">
                <a:solidFill>
                  <a:schemeClr val="bg1"/>
                </a:solidFill>
                <a:latin typeface="Arial" panose="020B0604020202020204" pitchFamily="34" charset="0"/>
                <a:cs typeface="Arial" panose="020B0604020202020204" pitchFamily="34" charset="0"/>
              </a:defRPr>
            </a:lvl1pPr>
          </a:lstStyle>
          <a:p>
            <a:r>
              <a:rPr lang="es-MX" dirty="0"/>
              <a:t>Haz clic para modificar título</a:t>
            </a:r>
            <a:endParaRPr lang="es-CL" dirty="0"/>
          </a:p>
        </p:txBody>
      </p:sp>
      <p:sp>
        <p:nvSpPr>
          <p:cNvPr id="12" name="Holder 3">
            <a:extLst>
              <a:ext uri="{FF2B5EF4-FFF2-40B4-BE49-F238E27FC236}">
                <a16:creationId xmlns:a16="http://schemas.microsoft.com/office/drawing/2014/main" id="{3F9325FC-E030-BCB8-203E-374A8BE898B6}"/>
              </a:ext>
            </a:extLst>
          </p:cNvPr>
          <p:cNvSpPr>
            <a:spLocks noGrp="1"/>
          </p:cNvSpPr>
          <p:nvPr>
            <p:ph type="subTitle" idx="4"/>
          </p:nvPr>
        </p:nvSpPr>
        <p:spPr>
          <a:xfrm>
            <a:off x="6937285" y="4305507"/>
            <a:ext cx="4356341" cy="614285"/>
          </a:xfrm>
          <a:prstGeom prst="rect">
            <a:avLst/>
          </a:prstGeom>
        </p:spPr>
        <p:txBody>
          <a:bodyPr wrap="square" lIns="0" tIns="0" rIns="0" bIns="0">
            <a:spAutoFit/>
          </a:bodyPr>
          <a:lstStyle>
            <a:lvl1pPr>
              <a:defRPr sz="2400">
                <a:solidFill>
                  <a:schemeClr val="bg1"/>
                </a:solidFill>
                <a:latin typeface="Arial" panose="020B0604020202020204" pitchFamily="34" charset="0"/>
                <a:cs typeface="Arial" panose="020B0604020202020204" pitchFamily="34" charset="0"/>
              </a:defRPr>
            </a:lvl1pPr>
          </a:lstStyle>
          <a:p>
            <a:endParaRPr dirty="0"/>
          </a:p>
        </p:txBody>
      </p:sp>
      <p:pic>
        <p:nvPicPr>
          <p:cNvPr id="4" name="Imagen 3">
            <a:extLst>
              <a:ext uri="{FF2B5EF4-FFF2-40B4-BE49-F238E27FC236}">
                <a16:creationId xmlns:a16="http://schemas.microsoft.com/office/drawing/2014/main" id="{952E45F7-DBA7-0067-88AC-2B33C1A8CB98}"/>
              </a:ext>
            </a:extLst>
          </p:cNvPr>
          <p:cNvPicPr>
            <a:picLocks noChangeAspect="1"/>
          </p:cNvPicPr>
          <p:nvPr userDrawn="1"/>
        </p:nvPicPr>
        <p:blipFill>
          <a:blip r:embed="rId4"/>
          <a:stretch>
            <a:fillRect/>
          </a:stretch>
        </p:blipFill>
        <p:spPr>
          <a:xfrm>
            <a:off x="7168812" y="1206961"/>
            <a:ext cx="3375906" cy="542314"/>
          </a:xfrm>
          <a:prstGeom prst="rect">
            <a:avLst/>
          </a:prstGeom>
        </p:spPr>
      </p:pic>
    </p:spTree>
    <p:extLst>
      <p:ext uri="{BB962C8B-B14F-4D97-AF65-F5344CB8AC3E}">
        <p14:creationId xmlns:p14="http://schemas.microsoft.com/office/powerpoint/2010/main" val="29248142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PORTADA interior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35C49BC9-326E-334D-C876-57A5EE8112C6}"/>
              </a:ext>
            </a:extLst>
          </p:cNvPr>
          <p:cNvSpPr/>
          <p:nvPr userDrawn="1"/>
        </p:nvSpPr>
        <p:spPr>
          <a:xfrm>
            <a:off x="7765159" y="2143668"/>
            <a:ext cx="3936955" cy="2845428"/>
          </a:xfrm>
          <a:prstGeom prst="rect">
            <a:avLst/>
          </a:prstGeom>
          <a:solidFill>
            <a:srgbClr val="FFFFFF">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7" name="Rectángulo 6">
            <a:extLst>
              <a:ext uri="{FF2B5EF4-FFF2-40B4-BE49-F238E27FC236}">
                <a16:creationId xmlns:a16="http://schemas.microsoft.com/office/drawing/2014/main" id="{40797CDF-FB5B-73C1-E558-E89BA99B7029}"/>
              </a:ext>
            </a:extLst>
          </p:cNvPr>
          <p:cNvSpPr/>
          <p:nvPr userDrawn="1"/>
        </p:nvSpPr>
        <p:spPr>
          <a:xfrm>
            <a:off x="7765160" y="2143669"/>
            <a:ext cx="342858" cy="342858"/>
          </a:xfrm>
          <a:prstGeom prst="rect">
            <a:avLst/>
          </a:prstGeom>
          <a:solidFill>
            <a:srgbClr val="4E7C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9" name="Marcador de título 1">
            <a:extLst>
              <a:ext uri="{FF2B5EF4-FFF2-40B4-BE49-F238E27FC236}">
                <a16:creationId xmlns:a16="http://schemas.microsoft.com/office/drawing/2014/main" id="{4EC80F0E-E5C9-2939-2CF2-AD7A392F0075}"/>
              </a:ext>
            </a:extLst>
          </p:cNvPr>
          <p:cNvSpPr>
            <a:spLocks noGrp="1"/>
          </p:cNvSpPr>
          <p:nvPr>
            <p:ph type="title" hasCustomPrompt="1"/>
          </p:nvPr>
        </p:nvSpPr>
        <p:spPr>
          <a:xfrm>
            <a:off x="8458521" y="2752716"/>
            <a:ext cx="2805775" cy="1627331"/>
          </a:xfrm>
          <a:prstGeom prst="rect">
            <a:avLst/>
          </a:prstGeom>
        </p:spPr>
        <p:txBody>
          <a:bodyPr vert="horz" lIns="91440" tIns="45720" rIns="91440" bIns="45720" rtlCol="0" anchor="ctr">
            <a:normAutofit/>
          </a:bodyPr>
          <a:lstStyle>
            <a:lvl1pPr>
              <a:defRPr sz="3200" b="1">
                <a:solidFill>
                  <a:schemeClr val="bg1"/>
                </a:solidFill>
                <a:latin typeface="Arial" panose="020B0604020202020204" pitchFamily="34" charset="0"/>
                <a:cs typeface="Arial" panose="020B0604020202020204" pitchFamily="34" charset="0"/>
              </a:defRPr>
            </a:lvl1pPr>
          </a:lstStyle>
          <a:p>
            <a:r>
              <a:rPr lang="es-MX" dirty="0"/>
              <a:t>Haz clic para modificar título</a:t>
            </a:r>
            <a:endParaRPr lang="es-CL" dirty="0"/>
          </a:p>
        </p:txBody>
      </p:sp>
      <p:sp>
        <p:nvSpPr>
          <p:cNvPr id="12" name="Rectángulo 11">
            <a:extLst>
              <a:ext uri="{FF2B5EF4-FFF2-40B4-BE49-F238E27FC236}">
                <a16:creationId xmlns:a16="http://schemas.microsoft.com/office/drawing/2014/main" id="{EF32CCDA-7D4E-CFAF-567E-53011A66186E}"/>
              </a:ext>
            </a:extLst>
          </p:cNvPr>
          <p:cNvSpPr/>
          <p:nvPr userDrawn="1"/>
        </p:nvSpPr>
        <p:spPr>
          <a:xfrm>
            <a:off x="0" y="2695073"/>
            <a:ext cx="1459832" cy="1467854"/>
          </a:xfrm>
          <a:prstGeom prst="rect">
            <a:avLst/>
          </a:prstGeom>
          <a:solidFill>
            <a:srgbClr val="4E7C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1" name="Marcador de título 1">
            <a:extLst>
              <a:ext uri="{FF2B5EF4-FFF2-40B4-BE49-F238E27FC236}">
                <a16:creationId xmlns:a16="http://schemas.microsoft.com/office/drawing/2014/main" id="{3A54758D-9CC7-9A21-A8E1-CD5CA7F3C268}"/>
              </a:ext>
            </a:extLst>
          </p:cNvPr>
          <p:cNvSpPr txBox="1">
            <a:spLocks/>
          </p:cNvSpPr>
          <p:nvPr userDrawn="1"/>
        </p:nvSpPr>
        <p:spPr>
          <a:xfrm>
            <a:off x="-1" y="2752716"/>
            <a:ext cx="1459833" cy="137718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3200" b="1" kern="1200">
                <a:solidFill>
                  <a:schemeClr val="bg1"/>
                </a:solidFill>
                <a:latin typeface="Arial" panose="020B0604020202020204" pitchFamily="34" charset="0"/>
                <a:ea typeface="+mj-ea"/>
                <a:cs typeface="Arial" panose="020B0604020202020204" pitchFamily="34" charset="0"/>
              </a:defRPr>
            </a:lvl1pPr>
          </a:lstStyle>
          <a:p>
            <a:pPr algn="ctr"/>
            <a:r>
              <a:rPr lang="es-MX" sz="8000" dirty="0"/>
              <a:t>01</a:t>
            </a:r>
            <a:endParaRPr lang="es-CL" sz="8000" dirty="0"/>
          </a:p>
        </p:txBody>
      </p:sp>
    </p:spTree>
    <p:extLst>
      <p:ext uri="{BB962C8B-B14F-4D97-AF65-F5344CB8AC3E}">
        <p14:creationId xmlns:p14="http://schemas.microsoft.com/office/powerpoint/2010/main" val="25465205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PORTADA interior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35C49BC9-326E-334D-C876-57A5EE8112C6}"/>
              </a:ext>
            </a:extLst>
          </p:cNvPr>
          <p:cNvSpPr/>
          <p:nvPr userDrawn="1"/>
        </p:nvSpPr>
        <p:spPr>
          <a:xfrm>
            <a:off x="7765159" y="2143668"/>
            <a:ext cx="3936955" cy="2845428"/>
          </a:xfrm>
          <a:prstGeom prst="rect">
            <a:avLst/>
          </a:prstGeom>
          <a:solidFill>
            <a:srgbClr val="FFFFFF">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7" name="Rectángulo 6">
            <a:extLst>
              <a:ext uri="{FF2B5EF4-FFF2-40B4-BE49-F238E27FC236}">
                <a16:creationId xmlns:a16="http://schemas.microsoft.com/office/drawing/2014/main" id="{40797CDF-FB5B-73C1-E558-E89BA99B7029}"/>
              </a:ext>
            </a:extLst>
          </p:cNvPr>
          <p:cNvSpPr/>
          <p:nvPr userDrawn="1"/>
        </p:nvSpPr>
        <p:spPr>
          <a:xfrm>
            <a:off x="7765160" y="2143669"/>
            <a:ext cx="342858" cy="342858"/>
          </a:xfrm>
          <a:prstGeom prst="rect">
            <a:avLst/>
          </a:prstGeom>
          <a:solidFill>
            <a:srgbClr val="4E7C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9" name="Marcador de título 1">
            <a:extLst>
              <a:ext uri="{FF2B5EF4-FFF2-40B4-BE49-F238E27FC236}">
                <a16:creationId xmlns:a16="http://schemas.microsoft.com/office/drawing/2014/main" id="{4EC80F0E-E5C9-2939-2CF2-AD7A392F0075}"/>
              </a:ext>
            </a:extLst>
          </p:cNvPr>
          <p:cNvSpPr>
            <a:spLocks noGrp="1"/>
          </p:cNvSpPr>
          <p:nvPr>
            <p:ph type="title" hasCustomPrompt="1"/>
          </p:nvPr>
        </p:nvSpPr>
        <p:spPr>
          <a:xfrm>
            <a:off x="8458521" y="2752716"/>
            <a:ext cx="2805775" cy="1627331"/>
          </a:xfrm>
          <a:prstGeom prst="rect">
            <a:avLst/>
          </a:prstGeom>
        </p:spPr>
        <p:txBody>
          <a:bodyPr vert="horz" lIns="91440" tIns="45720" rIns="91440" bIns="45720" rtlCol="0" anchor="ctr">
            <a:normAutofit/>
          </a:bodyPr>
          <a:lstStyle>
            <a:lvl1pPr>
              <a:defRPr sz="3200" b="1">
                <a:solidFill>
                  <a:schemeClr val="bg1"/>
                </a:solidFill>
                <a:latin typeface="Arial" panose="020B0604020202020204" pitchFamily="34" charset="0"/>
                <a:cs typeface="Arial" panose="020B0604020202020204" pitchFamily="34" charset="0"/>
              </a:defRPr>
            </a:lvl1pPr>
          </a:lstStyle>
          <a:p>
            <a:r>
              <a:rPr lang="es-MX" dirty="0"/>
              <a:t>Haz clic para modificar título</a:t>
            </a:r>
            <a:endParaRPr lang="es-CL" dirty="0"/>
          </a:p>
        </p:txBody>
      </p:sp>
      <p:sp>
        <p:nvSpPr>
          <p:cNvPr id="12" name="Rectángulo 11">
            <a:extLst>
              <a:ext uri="{FF2B5EF4-FFF2-40B4-BE49-F238E27FC236}">
                <a16:creationId xmlns:a16="http://schemas.microsoft.com/office/drawing/2014/main" id="{EF32CCDA-7D4E-CFAF-567E-53011A66186E}"/>
              </a:ext>
            </a:extLst>
          </p:cNvPr>
          <p:cNvSpPr/>
          <p:nvPr userDrawn="1"/>
        </p:nvSpPr>
        <p:spPr>
          <a:xfrm>
            <a:off x="0" y="2695073"/>
            <a:ext cx="1459832" cy="1467854"/>
          </a:xfrm>
          <a:prstGeom prst="rect">
            <a:avLst/>
          </a:prstGeom>
          <a:solidFill>
            <a:srgbClr val="4E7C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1" name="Marcador de título 1">
            <a:extLst>
              <a:ext uri="{FF2B5EF4-FFF2-40B4-BE49-F238E27FC236}">
                <a16:creationId xmlns:a16="http://schemas.microsoft.com/office/drawing/2014/main" id="{3A54758D-9CC7-9A21-A8E1-CD5CA7F3C268}"/>
              </a:ext>
            </a:extLst>
          </p:cNvPr>
          <p:cNvSpPr txBox="1">
            <a:spLocks/>
          </p:cNvSpPr>
          <p:nvPr userDrawn="1"/>
        </p:nvSpPr>
        <p:spPr>
          <a:xfrm>
            <a:off x="-1" y="2752716"/>
            <a:ext cx="1459833" cy="137718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3200" b="1" kern="1200">
                <a:solidFill>
                  <a:schemeClr val="bg1"/>
                </a:solidFill>
                <a:latin typeface="Arial" panose="020B0604020202020204" pitchFamily="34" charset="0"/>
                <a:ea typeface="+mj-ea"/>
                <a:cs typeface="Arial" panose="020B0604020202020204" pitchFamily="34" charset="0"/>
              </a:defRPr>
            </a:lvl1pPr>
          </a:lstStyle>
          <a:p>
            <a:pPr algn="ctr"/>
            <a:r>
              <a:rPr lang="es-MX" sz="8000" dirty="0"/>
              <a:t>02</a:t>
            </a:r>
            <a:endParaRPr lang="es-CL" sz="8000" dirty="0"/>
          </a:p>
        </p:txBody>
      </p:sp>
    </p:spTree>
    <p:extLst>
      <p:ext uri="{BB962C8B-B14F-4D97-AF65-F5344CB8AC3E}">
        <p14:creationId xmlns:p14="http://schemas.microsoft.com/office/powerpoint/2010/main" val="36872053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PORTADA interior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35C49BC9-326E-334D-C876-57A5EE8112C6}"/>
              </a:ext>
            </a:extLst>
          </p:cNvPr>
          <p:cNvSpPr/>
          <p:nvPr userDrawn="1"/>
        </p:nvSpPr>
        <p:spPr>
          <a:xfrm>
            <a:off x="7765159" y="2143668"/>
            <a:ext cx="3936955" cy="2845428"/>
          </a:xfrm>
          <a:prstGeom prst="rect">
            <a:avLst/>
          </a:prstGeom>
          <a:solidFill>
            <a:srgbClr val="FFFFFF">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7" name="Rectángulo 6">
            <a:extLst>
              <a:ext uri="{FF2B5EF4-FFF2-40B4-BE49-F238E27FC236}">
                <a16:creationId xmlns:a16="http://schemas.microsoft.com/office/drawing/2014/main" id="{40797CDF-FB5B-73C1-E558-E89BA99B7029}"/>
              </a:ext>
            </a:extLst>
          </p:cNvPr>
          <p:cNvSpPr/>
          <p:nvPr userDrawn="1"/>
        </p:nvSpPr>
        <p:spPr>
          <a:xfrm>
            <a:off x="7765160" y="2143669"/>
            <a:ext cx="342858" cy="342858"/>
          </a:xfrm>
          <a:prstGeom prst="rect">
            <a:avLst/>
          </a:prstGeom>
          <a:solidFill>
            <a:srgbClr val="4E7C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9" name="Marcador de título 1">
            <a:extLst>
              <a:ext uri="{FF2B5EF4-FFF2-40B4-BE49-F238E27FC236}">
                <a16:creationId xmlns:a16="http://schemas.microsoft.com/office/drawing/2014/main" id="{4EC80F0E-E5C9-2939-2CF2-AD7A392F0075}"/>
              </a:ext>
            </a:extLst>
          </p:cNvPr>
          <p:cNvSpPr>
            <a:spLocks noGrp="1"/>
          </p:cNvSpPr>
          <p:nvPr>
            <p:ph type="title" hasCustomPrompt="1"/>
          </p:nvPr>
        </p:nvSpPr>
        <p:spPr>
          <a:xfrm>
            <a:off x="8458521" y="2752716"/>
            <a:ext cx="2805775" cy="1627331"/>
          </a:xfrm>
          <a:prstGeom prst="rect">
            <a:avLst/>
          </a:prstGeom>
        </p:spPr>
        <p:txBody>
          <a:bodyPr vert="horz" lIns="91440" tIns="45720" rIns="91440" bIns="45720" rtlCol="0" anchor="ctr">
            <a:normAutofit/>
          </a:bodyPr>
          <a:lstStyle>
            <a:lvl1pPr>
              <a:defRPr sz="3200" b="1">
                <a:solidFill>
                  <a:schemeClr val="bg1"/>
                </a:solidFill>
                <a:latin typeface="Arial" panose="020B0604020202020204" pitchFamily="34" charset="0"/>
                <a:cs typeface="Arial" panose="020B0604020202020204" pitchFamily="34" charset="0"/>
              </a:defRPr>
            </a:lvl1pPr>
          </a:lstStyle>
          <a:p>
            <a:r>
              <a:rPr lang="es-MX" dirty="0"/>
              <a:t>Haz clic para modificar título</a:t>
            </a:r>
            <a:endParaRPr lang="es-CL" dirty="0"/>
          </a:p>
        </p:txBody>
      </p:sp>
      <p:sp>
        <p:nvSpPr>
          <p:cNvPr id="12" name="Rectángulo 11">
            <a:extLst>
              <a:ext uri="{FF2B5EF4-FFF2-40B4-BE49-F238E27FC236}">
                <a16:creationId xmlns:a16="http://schemas.microsoft.com/office/drawing/2014/main" id="{EF32CCDA-7D4E-CFAF-567E-53011A66186E}"/>
              </a:ext>
            </a:extLst>
          </p:cNvPr>
          <p:cNvSpPr/>
          <p:nvPr userDrawn="1"/>
        </p:nvSpPr>
        <p:spPr>
          <a:xfrm>
            <a:off x="0" y="2695073"/>
            <a:ext cx="1459832" cy="1467854"/>
          </a:xfrm>
          <a:prstGeom prst="rect">
            <a:avLst/>
          </a:prstGeom>
          <a:solidFill>
            <a:srgbClr val="4E7C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1" name="Marcador de título 1">
            <a:extLst>
              <a:ext uri="{FF2B5EF4-FFF2-40B4-BE49-F238E27FC236}">
                <a16:creationId xmlns:a16="http://schemas.microsoft.com/office/drawing/2014/main" id="{3A54758D-9CC7-9A21-A8E1-CD5CA7F3C268}"/>
              </a:ext>
            </a:extLst>
          </p:cNvPr>
          <p:cNvSpPr txBox="1">
            <a:spLocks/>
          </p:cNvSpPr>
          <p:nvPr userDrawn="1"/>
        </p:nvSpPr>
        <p:spPr>
          <a:xfrm>
            <a:off x="-1" y="2752716"/>
            <a:ext cx="1459833" cy="137718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3200" b="1" kern="1200">
                <a:solidFill>
                  <a:schemeClr val="bg1"/>
                </a:solidFill>
                <a:latin typeface="Arial" panose="020B0604020202020204" pitchFamily="34" charset="0"/>
                <a:ea typeface="+mj-ea"/>
                <a:cs typeface="Arial" panose="020B0604020202020204" pitchFamily="34" charset="0"/>
              </a:defRPr>
            </a:lvl1pPr>
          </a:lstStyle>
          <a:p>
            <a:pPr algn="ctr"/>
            <a:r>
              <a:rPr lang="es-MX" sz="8000"/>
              <a:t>04</a:t>
            </a:r>
            <a:endParaRPr lang="es-CL" sz="8000" dirty="0"/>
          </a:p>
        </p:txBody>
      </p:sp>
    </p:spTree>
    <p:extLst>
      <p:ext uri="{BB962C8B-B14F-4D97-AF65-F5344CB8AC3E}">
        <p14:creationId xmlns:p14="http://schemas.microsoft.com/office/powerpoint/2010/main" val="31000396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INTERIOR 1">
    <p:spTree>
      <p:nvGrpSpPr>
        <p:cNvPr id="1" name=""/>
        <p:cNvGrpSpPr/>
        <p:nvPr/>
      </p:nvGrpSpPr>
      <p:grpSpPr>
        <a:xfrm>
          <a:off x="0" y="0"/>
          <a:ext cx="0" cy="0"/>
          <a:chOff x="0" y="0"/>
          <a:chExt cx="0" cy="0"/>
        </a:xfrm>
      </p:grpSpPr>
      <p:sp>
        <p:nvSpPr>
          <p:cNvPr id="6" name="Marcador de texto 26">
            <a:extLst>
              <a:ext uri="{FF2B5EF4-FFF2-40B4-BE49-F238E27FC236}">
                <a16:creationId xmlns:a16="http://schemas.microsoft.com/office/drawing/2014/main" id="{3387B960-FFF9-CB57-ACA9-C9E1213259F5}"/>
              </a:ext>
            </a:extLst>
          </p:cNvPr>
          <p:cNvSpPr>
            <a:spLocks noGrp="1"/>
          </p:cNvSpPr>
          <p:nvPr>
            <p:ph type="body" sz="quarter" idx="13" hasCustomPrompt="1"/>
          </p:nvPr>
        </p:nvSpPr>
        <p:spPr>
          <a:xfrm>
            <a:off x="654685" y="551041"/>
            <a:ext cx="4916775" cy="469685"/>
          </a:xfrm>
        </p:spPr>
        <p:txBody>
          <a:bodyPr>
            <a:noAutofit/>
          </a:bodyPr>
          <a:lstStyle>
            <a:lvl1pPr algn="l">
              <a:defRPr sz="3200" b="1">
                <a:solidFill>
                  <a:schemeClr val="tx1"/>
                </a:solidFill>
                <a:latin typeface="Arial" panose="020B0604020202020204" pitchFamily="34" charset="0"/>
                <a:cs typeface="Arial" panose="020B0604020202020204" pitchFamily="34" charset="0"/>
              </a:defRPr>
            </a:lvl1pPr>
          </a:lstStyle>
          <a:p>
            <a:r>
              <a:rPr lang="es-ES" dirty="0"/>
              <a:t>MODIFICAR TITULO</a:t>
            </a:r>
            <a:endParaRPr lang="es-CL" dirty="0"/>
          </a:p>
        </p:txBody>
      </p:sp>
      <p:sp>
        <p:nvSpPr>
          <p:cNvPr id="7" name="Marcador de texto 3">
            <a:extLst>
              <a:ext uri="{FF2B5EF4-FFF2-40B4-BE49-F238E27FC236}">
                <a16:creationId xmlns:a16="http://schemas.microsoft.com/office/drawing/2014/main" id="{149A11D1-EAA1-0BB7-CFE5-9056CB346D13}"/>
              </a:ext>
            </a:extLst>
          </p:cNvPr>
          <p:cNvSpPr>
            <a:spLocks noGrp="1"/>
          </p:cNvSpPr>
          <p:nvPr>
            <p:ph type="body" sz="quarter" idx="14" hasCustomPrompt="1"/>
          </p:nvPr>
        </p:nvSpPr>
        <p:spPr>
          <a:xfrm>
            <a:off x="640715" y="1137571"/>
            <a:ext cx="4930746" cy="553006"/>
          </a:xfrm>
        </p:spPr>
        <p:txBody>
          <a:bodyPr>
            <a:normAutofit/>
          </a:bodyPr>
          <a:lstStyle>
            <a:lvl1pPr>
              <a:defRPr sz="1400">
                <a:latin typeface="Arial" panose="020B0604020202020204" pitchFamily="34" charset="0"/>
                <a:cs typeface="Arial" panose="020B0604020202020204" pitchFamily="34" charset="0"/>
              </a:defRPr>
            </a:lvl1pPr>
          </a:lstStyle>
          <a:p>
            <a:r>
              <a:rPr lang="es-ES" dirty="0"/>
              <a:t>Haz clic para modificar o eliminar bajada</a:t>
            </a:r>
          </a:p>
          <a:p>
            <a:endParaRPr lang="es-ES" dirty="0"/>
          </a:p>
        </p:txBody>
      </p:sp>
      <p:sp>
        <p:nvSpPr>
          <p:cNvPr id="8" name="Rectángulo 7">
            <a:extLst>
              <a:ext uri="{FF2B5EF4-FFF2-40B4-BE49-F238E27FC236}">
                <a16:creationId xmlns:a16="http://schemas.microsoft.com/office/drawing/2014/main" id="{D4BF3825-8CDE-15D1-473C-F04253CD9789}"/>
              </a:ext>
            </a:extLst>
          </p:cNvPr>
          <p:cNvSpPr/>
          <p:nvPr userDrawn="1"/>
        </p:nvSpPr>
        <p:spPr>
          <a:xfrm>
            <a:off x="0" y="0"/>
            <a:ext cx="552893" cy="552893"/>
          </a:xfrm>
          <a:prstGeom prst="rect">
            <a:avLst/>
          </a:prstGeom>
          <a:solidFill>
            <a:srgbClr val="4E7C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grpSp>
        <p:nvGrpSpPr>
          <p:cNvPr id="14" name="Grupo 13">
            <a:extLst>
              <a:ext uri="{FF2B5EF4-FFF2-40B4-BE49-F238E27FC236}">
                <a16:creationId xmlns:a16="http://schemas.microsoft.com/office/drawing/2014/main" id="{DBF54666-A2EC-90FE-7052-73357A52AE9A}"/>
              </a:ext>
            </a:extLst>
          </p:cNvPr>
          <p:cNvGrpSpPr/>
          <p:nvPr userDrawn="1"/>
        </p:nvGrpSpPr>
        <p:grpSpPr>
          <a:xfrm>
            <a:off x="10559057" y="6273209"/>
            <a:ext cx="1405082" cy="320986"/>
            <a:chOff x="8941676" y="5879067"/>
            <a:chExt cx="2618425" cy="598170"/>
          </a:xfrm>
        </p:grpSpPr>
        <p:sp>
          <p:nvSpPr>
            <p:cNvPr id="9" name="object 2">
              <a:extLst>
                <a:ext uri="{FF2B5EF4-FFF2-40B4-BE49-F238E27FC236}">
                  <a16:creationId xmlns:a16="http://schemas.microsoft.com/office/drawing/2014/main" id="{371A0572-EF4B-CA79-4539-AA0A2E4CD964}"/>
                </a:ext>
              </a:extLst>
            </p:cNvPr>
            <p:cNvSpPr/>
            <p:nvPr userDrawn="1"/>
          </p:nvSpPr>
          <p:spPr>
            <a:xfrm>
              <a:off x="8941676" y="5949980"/>
              <a:ext cx="1618615" cy="525145"/>
            </a:xfrm>
            <a:custGeom>
              <a:avLst/>
              <a:gdLst/>
              <a:ahLst/>
              <a:cxnLst/>
              <a:rect l="l" t="t" r="r" b="b"/>
              <a:pathLst>
                <a:path w="1618615" h="52514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w="1618615" h="52514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w="1618615" h="52514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w="1618615" h="52514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chemeClr val="tx1"/>
            </a:solidFill>
          </p:spPr>
          <p:txBody>
            <a:bodyPr wrap="square" lIns="0" tIns="0" rIns="0" bIns="0" rtlCol="0"/>
            <a:lstStyle/>
            <a:p>
              <a:endParaRPr dirty="0"/>
            </a:p>
          </p:txBody>
        </p:sp>
        <p:sp>
          <p:nvSpPr>
            <p:cNvPr id="10" name="object 3">
              <a:extLst>
                <a:ext uri="{FF2B5EF4-FFF2-40B4-BE49-F238E27FC236}">
                  <a16:creationId xmlns:a16="http://schemas.microsoft.com/office/drawing/2014/main" id="{1BA993DD-B802-B0F6-BB6C-691D8C644DF2}"/>
                </a:ext>
              </a:extLst>
            </p:cNvPr>
            <p:cNvSpPr/>
            <p:nvPr userDrawn="1"/>
          </p:nvSpPr>
          <p:spPr>
            <a:xfrm>
              <a:off x="10672317" y="5994129"/>
              <a:ext cx="388620" cy="482600"/>
            </a:xfrm>
            <a:custGeom>
              <a:avLst/>
              <a:gdLst/>
              <a:ahLst/>
              <a:cxnLst/>
              <a:rect l="l" t="t" r="r" b="b"/>
              <a:pathLst>
                <a:path w="388619" h="482600">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p:spPr>
          <p:txBody>
            <a:bodyPr wrap="square" lIns="0" tIns="0" rIns="0" bIns="0" rtlCol="0"/>
            <a:lstStyle/>
            <a:p>
              <a:endParaRPr/>
            </a:p>
          </p:txBody>
        </p:sp>
        <p:grpSp>
          <p:nvGrpSpPr>
            <p:cNvPr id="11" name="object 4">
              <a:extLst>
                <a:ext uri="{FF2B5EF4-FFF2-40B4-BE49-F238E27FC236}">
                  <a16:creationId xmlns:a16="http://schemas.microsoft.com/office/drawing/2014/main" id="{C3421982-2587-852B-E105-195C0E7D9D9F}"/>
                </a:ext>
              </a:extLst>
            </p:cNvPr>
            <p:cNvGrpSpPr/>
            <p:nvPr userDrawn="1"/>
          </p:nvGrpSpPr>
          <p:grpSpPr>
            <a:xfrm>
              <a:off x="11114331" y="5879067"/>
              <a:ext cx="445770" cy="598170"/>
              <a:chOff x="18406074" y="10234089"/>
              <a:chExt cx="445770" cy="598170"/>
            </a:xfrm>
          </p:grpSpPr>
          <p:sp>
            <p:nvSpPr>
              <p:cNvPr id="12" name="object 5">
                <a:extLst>
                  <a:ext uri="{FF2B5EF4-FFF2-40B4-BE49-F238E27FC236}">
                    <a16:creationId xmlns:a16="http://schemas.microsoft.com/office/drawing/2014/main" id="{7422255E-C44F-6988-4785-AAC71FA19F3B}"/>
                  </a:ext>
                </a:extLst>
              </p:cNvPr>
              <p:cNvSpPr/>
              <p:nvPr/>
            </p:nvSpPr>
            <p:spPr>
              <a:xfrm>
                <a:off x="18406074" y="10341395"/>
                <a:ext cx="376555" cy="490855"/>
              </a:xfrm>
              <a:custGeom>
                <a:avLst/>
                <a:gdLst/>
                <a:ahLst/>
                <a:cxnLst/>
                <a:rect l="l" t="t" r="r" b="b"/>
                <a:pathLst>
                  <a:path w="376555" h="490854">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p:spPr>
            <p:txBody>
              <a:bodyPr wrap="square" lIns="0" tIns="0" rIns="0" bIns="0" rtlCol="0"/>
              <a:lstStyle/>
              <a:p>
                <a:endParaRPr/>
              </a:p>
            </p:txBody>
          </p:sp>
          <p:pic>
            <p:nvPicPr>
              <p:cNvPr id="13" name="object 6">
                <a:extLst>
                  <a:ext uri="{FF2B5EF4-FFF2-40B4-BE49-F238E27FC236}">
                    <a16:creationId xmlns:a16="http://schemas.microsoft.com/office/drawing/2014/main" id="{C9735AE4-9BC0-BA7F-18A3-3B4538726A97}"/>
                  </a:ext>
                </a:extLst>
              </p:cNvPr>
              <p:cNvPicPr/>
              <p:nvPr/>
            </p:nvPicPr>
            <p:blipFill>
              <a:blip r:embed="rId2" cstate="email">
                <a:extLst>
                  <a:ext uri="{28A0092B-C50C-407E-A947-70E740481C1C}">
                    <a14:useLocalDpi xmlns:a14="http://schemas.microsoft.com/office/drawing/2010/main"/>
                  </a:ext>
                </a:extLst>
              </a:blip>
              <a:stretch>
                <a:fillRect/>
              </a:stretch>
            </p:blipFill>
            <p:spPr>
              <a:xfrm>
                <a:off x="18739823" y="10234089"/>
                <a:ext cx="111954" cy="111944"/>
              </a:xfrm>
              <a:prstGeom prst="rect">
                <a:avLst/>
              </a:prstGeom>
            </p:spPr>
          </p:pic>
        </p:grpSp>
      </p:grpSp>
      <p:pic>
        <p:nvPicPr>
          <p:cNvPr id="3" name="Imagen 2">
            <a:extLst>
              <a:ext uri="{FF2B5EF4-FFF2-40B4-BE49-F238E27FC236}">
                <a16:creationId xmlns:a16="http://schemas.microsoft.com/office/drawing/2014/main" id="{0B8A2F42-00CA-3BF5-D8D0-4B68FE7E8824}"/>
              </a:ext>
            </a:extLst>
          </p:cNvPr>
          <p:cNvPicPr>
            <a:picLocks noChangeAspect="1"/>
          </p:cNvPicPr>
          <p:nvPr userDrawn="1"/>
        </p:nvPicPr>
        <p:blipFill>
          <a:blip r:embed="rId3"/>
          <a:stretch>
            <a:fillRect/>
          </a:stretch>
        </p:blipFill>
        <p:spPr>
          <a:xfrm rot="5400000">
            <a:off x="2714468" y="4342374"/>
            <a:ext cx="119408" cy="4238978"/>
          </a:xfrm>
          <a:prstGeom prst="rect">
            <a:avLst/>
          </a:prstGeom>
        </p:spPr>
      </p:pic>
    </p:spTree>
    <p:extLst>
      <p:ext uri="{BB962C8B-B14F-4D97-AF65-F5344CB8AC3E}">
        <p14:creationId xmlns:p14="http://schemas.microsoft.com/office/powerpoint/2010/main" val="13189452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bl">
  <p:cSld name="Título y tabla">
    <p:spTree>
      <p:nvGrpSpPr>
        <p:cNvPr id="1" name=""/>
        <p:cNvGrpSpPr/>
        <p:nvPr/>
      </p:nvGrpSpPr>
      <p:grpSpPr>
        <a:xfrm>
          <a:off x="0" y="0"/>
          <a:ext cx="0" cy="0"/>
          <a:chOff x="0" y="0"/>
          <a:chExt cx="0" cy="0"/>
        </a:xfrm>
      </p:grpSpPr>
      <p:sp>
        <p:nvSpPr>
          <p:cNvPr id="2" name="1 Título"/>
          <p:cNvSpPr>
            <a:spLocks noGrp="1"/>
          </p:cNvSpPr>
          <p:nvPr>
            <p:ph type="title"/>
          </p:nvPr>
        </p:nvSpPr>
        <p:spPr>
          <a:xfrm>
            <a:off x="609600" y="274638"/>
            <a:ext cx="10972800" cy="1143000"/>
          </a:xfrm>
        </p:spPr>
        <p:txBody>
          <a:bodyPr/>
          <a:lstStyle/>
          <a:p>
            <a:r>
              <a:rPr lang="es-ES"/>
              <a:t>Haga clic para modificar el estilo de título del patrón</a:t>
            </a:r>
            <a:endParaRPr lang="es-MX"/>
          </a:p>
        </p:txBody>
      </p:sp>
      <p:sp>
        <p:nvSpPr>
          <p:cNvPr id="3" name="2 Marcador de tabla"/>
          <p:cNvSpPr>
            <a:spLocks noGrp="1"/>
          </p:cNvSpPr>
          <p:nvPr>
            <p:ph type="tbl" idx="1"/>
          </p:nvPr>
        </p:nvSpPr>
        <p:spPr>
          <a:xfrm>
            <a:off x="609600" y="1600201"/>
            <a:ext cx="10972800" cy="4525963"/>
          </a:xfrm>
        </p:spPr>
        <p:txBody>
          <a:bodyPr/>
          <a:lstStyle/>
          <a:p>
            <a:pPr lvl="0"/>
            <a:endParaRPr lang="es-MX" noProof="0"/>
          </a:p>
        </p:txBody>
      </p:sp>
      <p:sp>
        <p:nvSpPr>
          <p:cNvPr id="4" name="13 Marcador de fecha"/>
          <p:cNvSpPr>
            <a:spLocks noGrp="1"/>
          </p:cNvSpPr>
          <p:nvPr>
            <p:ph type="dt" sz="half" idx="10"/>
          </p:nvPr>
        </p:nvSpPr>
        <p:spPr/>
        <p:txBody>
          <a:bodyPr/>
          <a:lstStyle>
            <a:lvl1pPr>
              <a:defRPr/>
            </a:lvl1pPr>
          </a:lstStyle>
          <a:p>
            <a:pPr>
              <a:defRPr/>
            </a:pPr>
            <a:endParaRPr lang="es-ES"/>
          </a:p>
        </p:txBody>
      </p:sp>
      <p:sp>
        <p:nvSpPr>
          <p:cNvPr id="5" name="2 Marcador de pie de página"/>
          <p:cNvSpPr>
            <a:spLocks noGrp="1"/>
          </p:cNvSpPr>
          <p:nvPr>
            <p:ph type="ftr" sz="quarter" idx="11"/>
          </p:nvPr>
        </p:nvSpPr>
        <p:spPr/>
        <p:txBody>
          <a:bodyPr/>
          <a:lstStyle>
            <a:lvl1pPr>
              <a:defRPr/>
            </a:lvl1pPr>
          </a:lstStyle>
          <a:p>
            <a:pPr>
              <a:defRPr/>
            </a:pPr>
            <a:endParaRPr lang="es-ES"/>
          </a:p>
        </p:txBody>
      </p:sp>
      <p:sp>
        <p:nvSpPr>
          <p:cNvPr id="6" name="22 Marcador de número de diapositiva"/>
          <p:cNvSpPr>
            <a:spLocks noGrp="1"/>
          </p:cNvSpPr>
          <p:nvPr>
            <p:ph type="sldNum" sz="quarter" idx="12"/>
          </p:nvPr>
        </p:nvSpPr>
        <p:spPr/>
        <p:txBody>
          <a:bodyPr/>
          <a:lstStyle>
            <a:lvl1pPr>
              <a:defRPr/>
            </a:lvl1pPr>
          </a:lstStyle>
          <a:p>
            <a:fld id="{78CC80D9-B1A3-614E-8999-1D9B168C9471}" type="slidenum">
              <a:rPr lang="es-ES"/>
              <a:pPr/>
              <a:t>‹Nº›</a:t>
            </a:fld>
            <a:endParaRPr lang="es-ES"/>
          </a:p>
        </p:txBody>
      </p:sp>
    </p:spTree>
    <p:extLst>
      <p:ext uri="{BB962C8B-B14F-4D97-AF65-F5344CB8AC3E}">
        <p14:creationId xmlns:p14="http://schemas.microsoft.com/office/powerpoint/2010/main" val="427289356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ERIOR 3">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C97BCC7D-6F08-8B7A-0AE6-494B19B085FA}"/>
              </a:ext>
            </a:extLst>
          </p:cNvPr>
          <p:cNvSpPr/>
          <p:nvPr userDrawn="1"/>
        </p:nvSpPr>
        <p:spPr>
          <a:xfrm>
            <a:off x="0" y="0"/>
            <a:ext cx="1155032" cy="6858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6" name="Rectángulo 5">
            <a:extLst>
              <a:ext uri="{FF2B5EF4-FFF2-40B4-BE49-F238E27FC236}">
                <a16:creationId xmlns:a16="http://schemas.microsoft.com/office/drawing/2014/main" id="{7CFD1A2D-962B-1B2F-8EFE-116133732487}"/>
              </a:ext>
            </a:extLst>
          </p:cNvPr>
          <p:cNvSpPr/>
          <p:nvPr userDrawn="1"/>
        </p:nvSpPr>
        <p:spPr>
          <a:xfrm>
            <a:off x="485631" y="405838"/>
            <a:ext cx="155636" cy="155636"/>
          </a:xfrm>
          <a:prstGeom prst="rect">
            <a:avLst/>
          </a:prstGeom>
          <a:solidFill>
            <a:srgbClr val="4E7C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sz="1351"/>
          </a:p>
        </p:txBody>
      </p:sp>
      <p:sp>
        <p:nvSpPr>
          <p:cNvPr id="7" name="Marcador de texto 26">
            <a:extLst>
              <a:ext uri="{FF2B5EF4-FFF2-40B4-BE49-F238E27FC236}">
                <a16:creationId xmlns:a16="http://schemas.microsoft.com/office/drawing/2014/main" id="{FC12E6C9-B6C7-FBEC-A203-87F5181A3034}"/>
              </a:ext>
            </a:extLst>
          </p:cNvPr>
          <p:cNvSpPr>
            <a:spLocks noGrp="1"/>
          </p:cNvSpPr>
          <p:nvPr>
            <p:ph type="body" sz="quarter" idx="13" hasCustomPrompt="1"/>
          </p:nvPr>
        </p:nvSpPr>
        <p:spPr>
          <a:xfrm>
            <a:off x="6510853" y="405838"/>
            <a:ext cx="4916775" cy="469685"/>
          </a:xfrm>
        </p:spPr>
        <p:txBody>
          <a:bodyPr>
            <a:noAutofit/>
          </a:bodyPr>
          <a:lstStyle>
            <a:lvl1pPr marL="0" indent="0" algn="r">
              <a:buNone/>
              <a:defRPr sz="3200" b="1">
                <a:solidFill>
                  <a:schemeClr val="tx1"/>
                </a:solidFill>
                <a:latin typeface="Arial" panose="020B0604020202020204" pitchFamily="34" charset="0"/>
                <a:cs typeface="Arial" panose="020B0604020202020204" pitchFamily="34" charset="0"/>
              </a:defRPr>
            </a:lvl1pPr>
          </a:lstStyle>
          <a:p>
            <a:r>
              <a:rPr lang="es-ES" dirty="0"/>
              <a:t>MODIFICAR TITULO</a:t>
            </a:r>
            <a:endParaRPr lang="es-CL" dirty="0"/>
          </a:p>
        </p:txBody>
      </p:sp>
      <p:sp>
        <p:nvSpPr>
          <p:cNvPr id="8" name="Marcador de texto 3">
            <a:extLst>
              <a:ext uri="{FF2B5EF4-FFF2-40B4-BE49-F238E27FC236}">
                <a16:creationId xmlns:a16="http://schemas.microsoft.com/office/drawing/2014/main" id="{1CE8A453-8074-39A1-48E5-2C3C6BECABC8}"/>
              </a:ext>
            </a:extLst>
          </p:cNvPr>
          <p:cNvSpPr>
            <a:spLocks noGrp="1"/>
          </p:cNvSpPr>
          <p:nvPr>
            <p:ph type="body" sz="quarter" idx="14" hasCustomPrompt="1"/>
          </p:nvPr>
        </p:nvSpPr>
        <p:spPr>
          <a:xfrm>
            <a:off x="6510853" y="976146"/>
            <a:ext cx="4930746" cy="281800"/>
          </a:xfrm>
        </p:spPr>
        <p:txBody>
          <a:bodyPr>
            <a:normAutofit/>
          </a:bodyPr>
          <a:lstStyle>
            <a:lvl1pPr marL="0" indent="0" algn="r">
              <a:buNone/>
              <a:defRPr sz="1400">
                <a:latin typeface="Arial" panose="020B0604020202020204" pitchFamily="34" charset="0"/>
                <a:cs typeface="Arial" panose="020B0604020202020204" pitchFamily="34" charset="0"/>
              </a:defRPr>
            </a:lvl1pPr>
          </a:lstStyle>
          <a:p>
            <a:r>
              <a:rPr lang="es-ES" dirty="0"/>
              <a:t>Haz clic para modificar o eliminar bajada</a:t>
            </a:r>
          </a:p>
          <a:p>
            <a:endParaRPr lang="es-ES" dirty="0"/>
          </a:p>
        </p:txBody>
      </p:sp>
      <p:sp>
        <p:nvSpPr>
          <p:cNvPr id="17" name="Rectángulo 16">
            <a:extLst>
              <a:ext uri="{FF2B5EF4-FFF2-40B4-BE49-F238E27FC236}">
                <a16:creationId xmlns:a16="http://schemas.microsoft.com/office/drawing/2014/main" id="{C0D8A9F2-7C34-CC0C-4A65-766C6591434E}"/>
              </a:ext>
            </a:extLst>
          </p:cNvPr>
          <p:cNvSpPr/>
          <p:nvPr userDrawn="1"/>
        </p:nvSpPr>
        <p:spPr>
          <a:xfrm>
            <a:off x="11551912" y="483656"/>
            <a:ext cx="271438" cy="271438"/>
          </a:xfrm>
          <a:prstGeom prst="rect">
            <a:avLst/>
          </a:prstGeom>
          <a:solidFill>
            <a:srgbClr val="4E7C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grpSp>
        <p:nvGrpSpPr>
          <p:cNvPr id="3" name="Grupo 2">
            <a:extLst>
              <a:ext uri="{FF2B5EF4-FFF2-40B4-BE49-F238E27FC236}">
                <a16:creationId xmlns:a16="http://schemas.microsoft.com/office/drawing/2014/main" id="{427846E3-6C01-4C3F-2624-7CD8517C9846}"/>
              </a:ext>
            </a:extLst>
          </p:cNvPr>
          <p:cNvGrpSpPr/>
          <p:nvPr userDrawn="1"/>
        </p:nvGrpSpPr>
        <p:grpSpPr>
          <a:xfrm>
            <a:off x="10559057" y="6273209"/>
            <a:ext cx="1405082" cy="320986"/>
            <a:chOff x="8941676" y="5879067"/>
            <a:chExt cx="2618425" cy="598170"/>
          </a:xfrm>
        </p:grpSpPr>
        <p:sp>
          <p:nvSpPr>
            <p:cNvPr id="4" name="object 2">
              <a:extLst>
                <a:ext uri="{FF2B5EF4-FFF2-40B4-BE49-F238E27FC236}">
                  <a16:creationId xmlns:a16="http://schemas.microsoft.com/office/drawing/2014/main" id="{F0FF35D2-A2FC-35AC-0158-8D26446D5854}"/>
                </a:ext>
              </a:extLst>
            </p:cNvPr>
            <p:cNvSpPr/>
            <p:nvPr userDrawn="1"/>
          </p:nvSpPr>
          <p:spPr>
            <a:xfrm>
              <a:off x="8941676" y="5949980"/>
              <a:ext cx="1618615" cy="525145"/>
            </a:xfrm>
            <a:custGeom>
              <a:avLst/>
              <a:gdLst/>
              <a:ahLst/>
              <a:cxnLst/>
              <a:rect l="l" t="t" r="r" b="b"/>
              <a:pathLst>
                <a:path w="1618615" h="52514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w="1618615" h="52514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w="1618615" h="52514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w="1618615" h="52514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chemeClr val="tx1"/>
            </a:solidFill>
          </p:spPr>
          <p:txBody>
            <a:bodyPr wrap="square" lIns="0" tIns="0" rIns="0" bIns="0" rtlCol="0"/>
            <a:lstStyle/>
            <a:p>
              <a:endParaRPr dirty="0"/>
            </a:p>
          </p:txBody>
        </p:sp>
        <p:sp>
          <p:nvSpPr>
            <p:cNvPr id="15" name="object 3">
              <a:extLst>
                <a:ext uri="{FF2B5EF4-FFF2-40B4-BE49-F238E27FC236}">
                  <a16:creationId xmlns:a16="http://schemas.microsoft.com/office/drawing/2014/main" id="{D52EE463-507D-0E89-A698-37B26D93221E}"/>
                </a:ext>
              </a:extLst>
            </p:cNvPr>
            <p:cNvSpPr/>
            <p:nvPr userDrawn="1"/>
          </p:nvSpPr>
          <p:spPr>
            <a:xfrm>
              <a:off x="10672317" y="5994129"/>
              <a:ext cx="388620" cy="482600"/>
            </a:xfrm>
            <a:custGeom>
              <a:avLst/>
              <a:gdLst/>
              <a:ahLst/>
              <a:cxnLst/>
              <a:rect l="l" t="t" r="r" b="b"/>
              <a:pathLst>
                <a:path w="388619" h="482600">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p:spPr>
          <p:txBody>
            <a:bodyPr wrap="square" lIns="0" tIns="0" rIns="0" bIns="0" rtlCol="0"/>
            <a:lstStyle/>
            <a:p>
              <a:endParaRPr/>
            </a:p>
          </p:txBody>
        </p:sp>
        <p:grpSp>
          <p:nvGrpSpPr>
            <p:cNvPr id="16" name="object 4">
              <a:extLst>
                <a:ext uri="{FF2B5EF4-FFF2-40B4-BE49-F238E27FC236}">
                  <a16:creationId xmlns:a16="http://schemas.microsoft.com/office/drawing/2014/main" id="{6C83F359-2517-926A-B7D0-D64B0F83FC19}"/>
                </a:ext>
              </a:extLst>
            </p:cNvPr>
            <p:cNvGrpSpPr/>
            <p:nvPr userDrawn="1"/>
          </p:nvGrpSpPr>
          <p:grpSpPr>
            <a:xfrm>
              <a:off x="11114331" y="5879067"/>
              <a:ext cx="445770" cy="598170"/>
              <a:chOff x="18406074" y="10234089"/>
              <a:chExt cx="445770" cy="598170"/>
            </a:xfrm>
          </p:grpSpPr>
          <p:sp>
            <p:nvSpPr>
              <p:cNvPr id="18" name="object 5">
                <a:extLst>
                  <a:ext uri="{FF2B5EF4-FFF2-40B4-BE49-F238E27FC236}">
                    <a16:creationId xmlns:a16="http://schemas.microsoft.com/office/drawing/2014/main" id="{21FEE031-C875-38D1-5382-9E6E11778AA5}"/>
                  </a:ext>
                </a:extLst>
              </p:cNvPr>
              <p:cNvSpPr/>
              <p:nvPr/>
            </p:nvSpPr>
            <p:spPr>
              <a:xfrm>
                <a:off x="18406074" y="10341395"/>
                <a:ext cx="376555" cy="490855"/>
              </a:xfrm>
              <a:custGeom>
                <a:avLst/>
                <a:gdLst/>
                <a:ahLst/>
                <a:cxnLst/>
                <a:rect l="l" t="t" r="r" b="b"/>
                <a:pathLst>
                  <a:path w="376555" h="490854">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p:spPr>
            <p:txBody>
              <a:bodyPr wrap="square" lIns="0" tIns="0" rIns="0" bIns="0" rtlCol="0"/>
              <a:lstStyle/>
              <a:p>
                <a:endParaRPr/>
              </a:p>
            </p:txBody>
          </p:sp>
          <p:pic>
            <p:nvPicPr>
              <p:cNvPr id="19" name="object 6">
                <a:extLst>
                  <a:ext uri="{FF2B5EF4-FFF2-40B4-BE49-F238E27FC236}">
                    <a16:creationId xmlns:a16="http://schemas.microsoft.com/office/drawing/2014/main" id="{08F0296E-9087-FDE0-9CBF-6E89FE8D4121}"/>
                  </a:ext>
                </a:extLst>
              </p:cNvPr>
              <p:cNvPicPr/>
              <p:nvPr/>
            </p:nvPicPr>
            <p:blipFill>
              <a:blip r:embed="rId2" cstate="email">
                <a:extLst>
                  <a:ext uri="{28A0092B-C50C-407E-A947-70E740481C1C}">
                    <a14:useLocalDpi xmlns:a14="http://schemas.microsoft.com/office/drawing/2010/main"/>
                  </a:ext>
                </a:extLst>
              </a:blip>
              <a:stretch>
                <a:fillRect/>
              </a:stretch>
            </p:blipFill>
            <p:spPr>
              <a:xfrm>
                <a:off x="18739823" y="10234089"/>
                <a:ext cx="111954" cy="111944"/>
              </a:xfrm>
              <a:prstGeom prst="rect">
                <a:avLst/>
              </a:prstGeom>
            </p:spPr>
          </p:pic>
        </p:grpSp>
      </p:grpSp>
      <p:pic>
        <p:nvPicPr>
          <p:cNvPr id="9" name="Imagen 8">
            <a:extLst>
              <a:ext uri="{FF2B5EF4-FFF2-40B4-BE49-F238E27FC236}">
                <a16:creationId xmlns:a16="http://schemas.microsoft.com/office/drawing/2014/main" id="{533ECC16-DB92-D7AB-25D1-63F1F6931CD4}"/>
              </a:ext>
            </a:extLst>
          </p:cNvPr>
          <p:cNvPicPr>
            <a:picLocks noChangeAspect="1"/>
          </p:cNvPicPr>
          <p:nvPr userDrawn="1"/>
        </p:nvPicPr>
        <p:blipFill>
          <a:blip r:embed="rId3"/>
          <a:stretch>
            <a:fillRect/>
          </a:stretch>
        </p:blipFill>
        <p:spPr>
          <a:xfrm>
            <a:off x="517592" y="2244940"/>
            <a:ext cx="119084" cy="4227489"/>
          </a:xfrm>
          <a:prstGeom prst="rect">
            <a:avLst/>
          </a:prstGeom>
        </p:spPr>
      </p:pic>
    </p:spTree>
    <p:extLst>
      <p:ext uri="{BB962C8B-B14F-4D97-AF65-F5344CB8AC3E}">
        <p14:creationId xmlns:p14="http://schemas.microsoft.com/office/powerpoint/2010/main" val="228562465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INTERIOR 2">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C97BCC7D-6F08-8B7A-0AE6-494B19B085FA}"/>
              </a:ext>
            </a:extLst>
          </p:cNvPr>
          <p:cNvSpPr/>
          <p:nvPr userDrawn="1"/>
        </p:nvSpPr>
        <p:spPr>
          <a:xfrm>
            <a:off x="0" y="0"/>
            <a:ext cx="4459705" cy="6858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3" name="Rectángulo 2">
            <a:extLst>
              <a:ext uri="{FF2B5EF4-FFF2-40B4-BE49-F238E27FC236}">
                <a16:creationId xmlns:a16="http://schemas.microsoft.com/office/drawing/2014/main" id="{989D0323-C2ED-C0E8-73FE-BEAB8CFEAEB8}"/>
              </a:ext>
            </a:extLst>
          </p:cNvPr>
          <p:cNvSpPr/>
          <p:nvPr userDrawn="1"/>
        </p:nvSpPr>
        <p:spPr>
          <a:xfrm>
            <a:off x="970947" y="900877"/>
            <a:ext cx="3748474" cy="5056245"/>
          </a:xfrm>
          <a:prstGeom prst="rect">
            <a:avLst/>
          </a:prstGeom>
          <a:solidFill>
            <a:srgbClr val="4E7C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pic>
        <p:nvPicPr>
          <p:cNvPr id="4" name="Gráfico 3">
            <a:extLst>
              <a:ext uri="{FF2B5EF4-FFF2-40B4-BE49-F238E27FC236}">
                <a16:creationId xmlns:a16="http://schemas.microsoft.com/office/drawing/2014/main" id="{3A500616-0E5D-9D67-2AD4-83DFD6FEB76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flipV="1">
            <a:off x="10929134" y="3487483"/>
            <a:ext cx="2392160" cy="133572"/>
          </a:xfrm>
          <a:prstGeom prst="rect">
            <a:avLst/>
          </a:prstGeom>
        </p:spPr>
      </p:pic>
      <p:sp>
        <p:nvSpPr>
          <p:cNvPr id="15" name="Marcador de título 1">
            <a:extLst>
              <a:ext uri="{FF2B5EF4-FFF2-40B4-BE49-F238E27FC236}">
                <a16:creationId xmlns:a16="http://schemas.microsoft.com/office/drawing/2014/main" id="{F57429FB-BAB3-46DE-9370-D3C110C6572A}"/>
              </a:ext>
            </a:extLst>
          </p:cNvPr>
          <p:cNvSpPr>
            <a:spLocks noGrp="1"/>
          </p:cNvSpPr>
          <p:nvPr>
            <p:ph type="title" hasCustomPrompt="1"/>
          </p:nvPr>
        </p:nvSpPr>
        <p:spPr>
          <a:xfrm>
            <a:off x="1477466" y="2219158"/>
            <a:ext cx="2805775" cy="1627331"/>
          </a:xfrm>
          <a:prstGeom prst="rect">
            <a:avLst/>
          </a:prstGeom>
        </p:spPr>
        <p:txBody>
          <a:bodyPr vert="horz" lIns="91440" tIns="45720" rIns="91440" bIns="45720" rtlCol="0" anchor="ctr">
            <a:normAutofit/>
          </a:bodyPr>
          <a:lstStyle>
            <a:lvl1pPr>
              <a:defRPr sz="3200" b="1">
                <a:solidFill>
                  <a:schemeClr val="bg1"/>
                </a:solidFill>
                <a:latin typeface="Arial" panose="020B0604020202020204" pitchFamily="34" charset="0"/>
                <a:cs typeface="Arial" panose="020B0604020202020204" pitchFamily="34" charset="0"/>
              </a:defRPr>
            </a:lvl1pPr>
          </a:lstStyle>
          <a:p>
            <a:r>
              <a:rPr lang="es-MX" dirty="0"/>
              <a:t>Haz clic para modificar título</a:t>
            </a:r>
            <a:endParaRPr lang="es-CL" dirty="0"/>
          </a:p>
        </p:txBody>
      </p:sp>
      <p:sp>
        <p:nvSpPr>
          <p:cNvPr id="16" name="Marcador de texto 2">
            <a:extLst>
              <a:ext uri="{FF2B5EF4-FFF2-40B4-BE49-F238E27FC236}">
                <a16:creationId xmlns:a16="http://schemas.microsoft.com/office/drawing/2014/main" id="{4F8D0BB2-7009-A53E-830B-0224847CA34E}"/>
              </a:ext>
            </a:extLst>
          </p:cNvPr>
          <p:cNvSpPr>
            <a:spLocks noGrp="1"/>
          </p:cNvSpPr>
          <p:nvPr>
            <p:ph idx="1" hasCustomPrompt="1"/>
          </p:nvPr>
        </p:nvSpPr>
        <p:spPr>
          <a:xfrm>
            <a:off x="1477466" y="4008906"/>
            <a:ext cx="2805775" cy="746396"/>
          </a:xfrm>
          <a:prstGeom prst="rect">
            <a:avLst/>
          </a:prstGeom>
        </p:spPr>
        <p:txBody>
          <a:bodyPr vert="horz" lIns="91440" tIns="45720" rIns="91440" bIns="45720" rtlCol="0">
            <a:normAutofit/>
          </a:bodyPr>
          <a:lstStyle>
            <a:lvl1pPr>
              <a:defRPr b="0" i="0">
                <a:solidFill>
                  <a:schemeClr val="bg1"/>
                </a:solidFill>
                <a:latin typeface="Arial" panose="020B0604020202020204" pitchFamily="34" charset="0"/>
                <a:cs typeface="Arial" panose="020B0604020202020204" pitchFamily="34" charset="0"/>
              </a:defRPr>
            </a:lvl1pPr>
          </a:lstStyle>
          <a:p>
            <a:pPr lvl="0"/>
            <a:r>
              <a:rPr lang="es-MX" dirty="0"/>
              <a:t>Haz clic para modificar bajada</a:t>
            </a:r>
            <a:endParaRPr lang="es-CL" dirty="0"/>
          </a:p>
        </p:txBody>
      </p:sp>
      <p:grpSp>
        <p:nvGrpSpPr>
          <p:cNvPr id="6" name="Grupo 5">
            <a:extLst>
              <a:ext uri="{FF2B5EF4-FFF2-40B4-BE49-F238E27FC236}">
                <a16:creationId xmlns:a16="http://schemas.microsoft.com/office/drawing/2014/main" id="{30600BA2-FE25-D617-556A-284E126C4526}"/>
              </a:ext>
            </a:extLst>
          </p:cNvPr>
          <p:cNvGrpSpPr/>
          <p:nvPr userDrawn="1"/>
        </p:nvGrpSpPr>
        <p:grpSpPr>
          <a:xfrm>
            <a:off x="10559057" y="6273209"/>
            <a:ext cx="1405082" cy="320986"/>
            <a:chOff x="8941676" y="5879067"/>
            <a:chExt cx="2618425" cy="598170"/>
          </a:xfrm>
        </p:grpSpPr>
        <p:sp>
          <p:nvSpPr>
            <p:cNvPr id="7" name="object 2">
              <a:extLst>
                <a:ext uri="{FF2B5EF4-FFF2-40B4-BE49-F238E27FC236}">
                  <a16:creationId xmlns:a16="http://schemas.microsoft.com/office/drawing/2014/main" id="{214DF2C4-F04D-3C80-781C-59FD036C679C}"/>
                </a:ext>
              </a:extLst>
            </p:cNvPr>
            <p:cNvSpPr/>
            <p:nvPr userDrawn="1"/>
          </p:nvSpPr>
          <p:spPr>
            <a:xfrm>
              <a:off x="8941676" y="5949980"/>
              <a:ext cx="1618615" cy="525145"/>
            </a:xfrm>
            <a:custGeom>
              <a:avLst/>
              <a:gdLst/>
              <a:ahLst/>
              <a:cxnLst/>
              <a:rect l="l" t="t" r="r" b="b"/>
              <a:pathLst>
                <a:path w="1618615" h="52514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w="1618615" h="52514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w="1618615" h="52514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w="1618615" h="52514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chemeClr val="tx1"/>
            </a:solidFill>
          </p:spPr>
          <p:txBody>
            <a:bodyPr wrap="square" lIns="0" tIns="0" rIns="0" bIns="0" rtlCol="0"/>
            <a:lstStyle/>
            <a:p>
              <a:endParaRPr dirty="0"/>
            </a:p>
          </p:txBody>
        </p:sp>
        <p:sp>
          <p:nvSpPr>
            <p:cNvPr id="8" name="object 3">
              <a:extLst>
                <a:ext uri="{FF2B5EF4-FFF2-40B4-BE49-F238E27FC236}">
                  <a16:creationId xmlns:a16="http://schemas.microsoft.com/office/drawing/2014/main" id="{6664B434-EC06-B2A1-112A-CFBBD91843D1}"/>
                </a:ext>
              </a:extLst>
            </p:cNvPr>
            <p:cNvSpPr/>
            <p:nvPr userDrawn="1"/>
          </p:nvSpPr>
          <p:spPr>
            <a:xfrm>
              <a:off x="10672317" y="5994129"/>
              <a:ext cx="388620" cy="482600"/>
            </a:xfrm>
            <a:custGeom>
              <a:avLst/>
              <a:gdLst/>
              <a:ahLst/>
              <a:cxnLst/>
              <a:rect l="l" t="t" r="r" b="b"/>
              <a:pathLst>
                <a:path w="388619" h="482600">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p:spPr>
          <p:txBody>
            <a:bodyPr wrap="square" lIns="0" tIns="0" rIns="0" bIns="0" rtlCol="0"/>
            <a:lstStyle/>
            <a:p>
              <a:endParaRPr/>
            </a:p>
          </p:txBody>
        </p:sp>
        <p:grpSp>
          <p:nvGrpSpPr>
            <p:cNvPr id="17" name="object 4">
              <a:extLst>
                <a:ext uri="{FF2B5EF4-FFF2-40B4-BE49-F238E27FC236}">
                  <a16:creationId xmlns:a16="http://schemas.microsoft.com/office/drawing/2014/main" id="{78BE0504-3454-CB76-4D2B-96730BFC194F}"/>
                </a:ext>
              </a:extLst>
            </p:cNvPr>
            <p:cNvGrpSpPr/>
            <p:nvPr userDrawn="1"/>
          </p:nvGrpSpPr>
          <p:grpSpPr>
            <a:xfrm>
              <a:off x="11114331" y="5879067"/>
              <a:ext cx="445770" cy="598170"/>
              <a:chOff x="18406074" y="10234089"/>
              <a:chExt cx="445770" cy="598170"/>
            </a:xfrm>
          </p:grpSpPr>
          <p:sp>
            <p:nvSpPr>
              <p:cNvPr id="18" name="object 5">
                <a:extLst>
                  <a:ext uri="{FF2B5EF4-FFF2-40B4-BE49-F238E27FC236}">
                    <a16:creationId xmlns:a16="http://schemas.microsoft.com/office/drawing/2014/main" id="{E08B512B-19D5-31EE-38BB-ECE0FD6B8C78}"/>
                  </a:ext>
                </a:extLst>
              </p:cNvPr>
              <p:cNvSpPr/>
              <p:nvPr/>
            </p:nvSpPr>
            <p:spPr>
              <a:xfrm>
                <a:off x="18406074" y="10341395"/>
                <a:ext cx="376555" cy="490855"/>
              </a:xfrm>
              <a:custGeom>
                <a:avLst/>
                <a:gdLst/>
                <a:ahLst/>
                <a:cxnLst/>
                <a:rect l="l" t="t" r="r" b="b"/>
                <a:pathLst>
                  <a:path w="376555" h="490854">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p:spPr>
            <p:txBody>
              <a:bodyPr wrap="square" lIns="0" tIns="0" rIns="0" bIns="0" rtlCol="0"/>
              <a:lstStyle/>
              <a:p>
                <a:endParaRPr/>
              </a:p>
            </p:txBody>
          </p:sp>
          <p:pic>
            <p:nvPicPr>
              <p:cNvPr id="19" name="object 6">
                <a:extLst>
                  <a:ext uri="{FF2B5EF4-FFF2-40B4-BE49-F238E27FC236}">
                    <a16:creationId xmlns:a16="http://schemas.microsoft.com/office/drawing/2014/main" id="{2816031D-2FBD-6D3D-C3AA-EDAC01B1B7B3}"/>
                  </a:ext>
                </a:extLst>
              </p:cNvPr>
              <p:cNvPicPr/>
              <p:nvPr/>
            </p:nvPicPr>
            <p:blipFill>
              <a:blip r:embed="rId4" cstate="email">
                <a:extLst>
                  <a:ext uri="{28A0092B-C50C-407E-A947-70E740481C1C}">
                    <a14:useLocalDpi xmlns:a14="http://schemas.microsoft.com/office/drawing/2010/main"/>
                  </a:ext>
                </a:extLst>
              </a:blip>
              <a:stretch>
                <a:fillRect/>
              </a:stretch>
            </p:blipFill>
            <p:spPr>
              <a:xfrm>
                <a:off x="18739823" y="10234089"/>
                <a:ext cx="111954" cy="111944"/>
              </a:xfrm>
              <a:prstGeom prst="rect">
                <a:avLst/>
              </a:prstGeom>
            </p:spPr>
          </p:pic>
        </p:grpSp>
      </p:grpSp>
      <p:pic>
        <p:nvPicPr>
          <p:cNvPr id="9" name="Imagen 8">
            <a:extLst>
              <a:ext uri="{FF2B5EF4-FFF2-40B4-BE49-F238E27FC236}">
                <a16:creationId xmlns:a16="http://schemas.microsoft.com/office/drawing/2014/main" id="{9C188DE4-1C8A-750A-9834-317895F22B2F}"/>
              </a:ext>
            </a:extLst>
          </p:cNvPr>
          <p:cNvPicPr>
            <a:picLocks noChangeAspect="1"/>
          </p:cNvPicPr>
          <p:nvPr userDrawn="1"/>
        </p:nvPicPr>
        <p:blipFill>
          <a:blip r:embed="rId5"/>
          <a:stretch>
            <a:fillRect/>
          </a:stretch>
        </p:blipFill>
        <p:spPr>
          <a:xfrm>
            <a:off x="460414" y="1315256"/>
            <a:ext cx="119084" cy="4227489"/>
          </a:xfrm>
          <a:prstGeom prst="rect">
            <a:avLst/>
          </a:prstGeom>
        </p:spPr>
      </p:pic>
    </p:spTree>
    <p:extLst>
      <p:ext uri="{BB962C8B-B14F-4D97-AF65-F5344CB8AC3E}">
        <p14:creationId xmlns:p14="http://schemas.microsoft.com/office/powerpoint/2010/main" val="37014921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APA FINAL">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95D537A3-771A-B373-471B-2113C671CFBB}"/>
              </a:ext>
            </a:extLst>
          </p:cNvPr>
          <p:cNvSpPr/>
          <p:nvPr userDrawn="1"/>
        </p:nvSpPr>
        <p:spPr>
          <a:xfrm>
            <a:off x="0" y="1"/>
            <a:ext cx="12192000" cy="6858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grpSp>
        <p:nvGrpSpPr>
          <p:cNvPr id="2" name="Grupo 1">
            <a:extLst>
              <a:ext uri="{FF2B5EF4-FFF2-40B4-BE49-F238E27FC236}">
                <a16:creationId xmlns:a16="http://schemas.microsoft.com/office/drawing/2014/main" id="{9F91E6D1-21AD-8149-634F-39874CDDB05F}"/>
              </a:ext>
            </a:extLst>
          </p:cNvPr>
          <p:cNvGrpSpPr/>
          <p:nvPr userDrawn="1"/>
        </p:nvGrpSpPr>
        <p:grpSpPr>
          <a:xfrm>
            <a:off x="2569595" y="5445627"/>
            <a:ext cx="7052811" cy="563479"/>
            <a:chOff x="1569453" y="5445627"/>
            <a:chExt cx="7052811" cy="563479"/>
          </a:xfrm>
        </p:grpSpPr>
        <p:pic>
          <p:nvPicPr>
            <p:cNvPr id="3" name="Imagen 2">
              <a:extLst>
                <a:ext uri="{FF2B5EF4-FFF2-40B4-BE49-F238E27FC236}">
                  <a16:creationId xmlns:a16="http://schemas.microsoft.com/office/drawing/2014/main" id="{5C7F6159-27FC-D37D-6948-67F8EE366ACB}"/>
                </a:ext>
              </a:extLst>
            </p:cNvPr>
            <p:cNvPicPr>
              <a:picLocks noChangeAspect="1"/>
            </p:cNvPicPr>
            <p:nvPr userDrawn="1"/>
          </p:nvPicPr>
          <p:blipFill>
            <a:blip r:embed="rId2"/>
            <a:stretch>
              <a:fillRect/>
            </a:stretch>
          </p:blipFill>
          <p:spPr>
            <a:xfrm>
              <a:off x="3569736" y="5445627"/>
              <a:ext cx="5052528" cy="563479"/>
            </a:xfrm>
            <a:prstGeom prst="rect">
              <a:avLst/>
            </a:prstGeom>
          </p:spPr>
        </p:pic>
        <p:pic>
          <p:nvPicPr>
            <p:cNvPr id="4" name="Imagen 3">
              <a:extLst>
                <a:ext uri="{FF2B5EF4-FFF2-40B4-BE49-F238E27FC236}">
                  <a16:creationId xmlns:a16="http://schemas.microsoft.com/office/drawing/2014/main" id="{3051E8F7-021B-497B-A676-8142240D8E84}"/>
                </a:ext>
              </a:extLst>
            </p:cNvPr>
            <p:cNvPicPr>
              <a:picLocks noChangeAspect="1"/>
            </p:cNvPicPr>
            <p:nvPr userDrawn="1"/>
          </p:nvPicPr>
          <p:blipFill>
            <a:blip r:embed="rId3"/>
            <a:stretch>
              <a:fillRect/>
            </a:stretch>
          </p:blipFill>
          <p:spPr>
            <a:xfrm>
              <a:off x="1569453" y="5505450"/>
              <a:ext cx="1331493" cy="443831"/>
            </a:xfrm>
            <a:prstGeom prst="rect">
              <a:avLst/>
            </a:prstGeom>
          </p:spPr>
        </p:pic>
      </p:grpSp>
      <p:pic>
        <p:nvPicPr>
          <p:cNvPr id="5" name="Imagen 4">
            <a:extLst>
              <a:ext uri="{FF2B5EF4-FFF2-40B4-BE49-F238E27FC236}">
                <a16:creationId xmlns:a16="http://schemas.microsoft.com/office/drawing/2014/main" id="{BA44E097-D359-D78B-4054-E34A9D1A9706}"/>
              </a:ext>
            </a:extLst>
          </p:cNvPr>
          <p:cNvPicPr>
            <a:picLocks noChangeAspect="1"/>
          </p:cNvPicPr>
          <p:nvPr userDrawn="1"/>
        </p:nvPicPr>
        <p:blipFill>
          <a:blip r:embed="rId4"/>
          <a:stretch>
            <a:fillRect/>
          </a:stretch>
        </p:blipFill>
        <p:spPr>
          <a:xfrm>
            <a:off x="4097179" y="2291644"/>
            <a:ext cx="3997641" cy="1296903"/>
          </a:xfrm>
          <a:prstGeom prst="rect">
            <a:avLst/>
          </a:prstGeom>
        </p:spPr>
      </p:pic>
    </p:spTree>
    <p:extLst>
      <p:ext uri="{BB962C8B-B14F-4D97-AF65-F5344CB8AC3E}">
        <p14:creationId xmlns:p14="http://schemas.microsoft.com/office/powerpoint/2010/main" val="370164620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ítulo y contenido">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016000" y="269632"/>
            <a:ext cx="10769600" cy="1143000"/>
          </a:xfrm>
        </p:spPr>
        <p:txBody>
          <a:bodyPr anchor="ctr" anchorCtr="0"/>
          <a:lstStyle>
            <a:lvl1pPr algn="l" eaLnBrk="1" latinLnBrk="0" hangingPunct="1">
              <a:defRPr kumimoji="0" lang="es-ES"/>
            </a:lvl1pPr>
          </a:lstStyle>
          <a:p>
            <a:r>
              <a:rPr kumimoji="0" lang="es-ES" dirty="0"/>
              <a:t>Haga clic para modificar el estilo de título del patrón</a:t>
            </a:r>
          </a:p>
        </p:txBody>
      </p:sp>
      <p:sp>
        <p:nvSpPr>
          <p:cNvPr id="3" name="Content Placeholder 2"/>
          <p:cNvSpPr>
            <a:spLocks noGrp="1"/>
          </p:cNvSpPr>
          <p:nvPr>
            <p:ph idx="1"/>
          </p:nvPr>
        </p:nvSpPr>
        <p:spPr>
          <a:xfrm>
            <a:off x="1016000" y="1596413"/>
            <a:ext cx="10769600" cy="4297363"/>
          </a:xfrm>
        </p:spPr>
        <p:txBody>
          <a:bodyPr>
            <a:normAutofit/>
          </a:bodyPr>
          <a:lstStyle>
            <a:lvl1pPr eaLnBrk="1" latinLnBrk="0" hangingPunct="1">
              <a:defRPr kumimoji="0" lang="es-ES" sz="3200">
                <a:latin typeface="+mn-lt"/>
              </a:defRPr>
            </a:lvl1pPr>
            <a:lvl2pPr eaLnBrk="1" latinLnBrk="0" hangingPunct="1">
              <a:defRPr kumimoji="0" lang="es-ES" sz="2800">
                <a:latin typeface="+mn-lt"/>
              </a:defRPr>
            </a:lvl2pPr>
            <a:lvl3pPr eaLnBrk="1" latinLnBrk="0" hangingPunct="1">
              <a:defRPr kumimoji="0" lang="es-ES" sz="2400">
                <a:latin typeface="+mn-lt"/>
              </a:defRPr>
            </a:lvl3pPr>
            <a:lvl4pPr eaLnBrk="1" latinLnBrk="0" hangingPunct="1">
              <a:defRPr kumimoji="0" lang="es-ES" sz="2400">
                <a:latin typeface="+mn-lt"/>
              </a:defRPr>
            </a:lvl4pPr>
            <a:lvl5pPr eaLnBrk="1" latinLnBrk="0" hangingPunct="1">
              <a:defRPr kumimoji="0" lang="es-ES" sz="2400">
                <a:latin typeface="+mn-lt"/>
              </a:defRPr>
            </a:lvl5pPr>
          </a:lstStyle>
          <a:p>
            <a:pPr lvl="0" eaLnBrk="1" latinLnBrk="0" hangingPunct="1"/>
            <a:r>
              <a:rPr kumimoji="0" lang="es-ES_tradnl"/>
              <a:t>Haga clic para modificar el estilo de texto del patrón</a:t>
            </a:r>
          </a:p>
          <a:p>
            <a:pPr lvl="1" eaLnBrk="1" latinLnBrk="0" hangingPunct="1"/>
            <a:r>
              <a:rPr kumimoji="0" lang="es-ES_tradnl"/>
              <a:t>Segundo nivel</a:t>
            </a:r>
          </a:p>
          <a:p>
            <a:pPr lvl="2" eaLnBrk="1" latinLnBrk="0" hangingPunct="1"/>
            <a:r>
              <a:rPr kumimoji="0" lang="es-ES_tradnl"/>
              <a:t>Tercer nivel</a:t>
            </a:r>
          </a:p>
          <a:p>
            <a:pPr lvl="3" eaLnBrk="1" latinLnBrk="0" hangingPunct="1"/>
            <a:r>
              <a:rPr kumimoji="0" lang="es-ES_tradnl"/>
              <a:t>Cuarto nivel</a:t>
            </a:r>
          </a:p>
          <a:p>
            <a:pPr lvl="4" eaLnBrk="1" latinLnBrk="0" hangingPunct="1"/>
            <a:r>
              <a:rPr kumimoji="0" lang="es-ES_tradnl"/>
              <a:t>Quinto nivel</a:t>
            </a:r>
            <a:endParaRPr kumimoji="0"/>
          </a:p>
        </p:txBody>
      </p:sp>
      <p:sp>
        <p:nvSpPr>
          <p:cNvPr id="4" name="Date Placeholder 3"/>
          <p:cNvSpPr>
            <a:spLocks noGrp="1"/>
          </p:cNvSpPr>
          <p:nvPr>
            <p:ph type="dt" sz="half" idx="10"/>
          </p:nvPr>
        </p:nvSpPr>
        <p:spPr/>
        <p:txBody>
          <a:bodyPr/>
          <a:lstStyle/>
          <a:p>
            <a:fld id="{757B281C-5159-4971-8228-52B9A72E9ED2}" type="datetimeFigureOut">
              <a:rPr kumimoji="0" lang="es-ES"/>
              <a:pPr/>
              <a:t>23/01/2025</a:t>
            </a:fld>
            <a:endParaRPr kumimoji="0" lang="es-ES"/>
          </a:p>
        </p:txBody>
      </p:sp>
      <p:sp>
        <p:nvSpPr>
          <p:cNvPr id="5" name="Footer Placeholder 4"/>
          <p:cNvSpPr>
            <a:spLocks noGrp="1"/>
          </p:cNvSpPr>
          <p:nvPr>
            <p:ph type="ftr" sz="quarter" idx="11"/>
          </p:nvPr>
        </p:nvSpPr>
        <p:spPr/>
        <p:txBody>
          <a:bodyPr/>
          <a:lstStyle/>
          <a:p>
            <a:endParaRPr kumimoji="0" lang="es-ES"/>
          </a:p>
        </p:txBody>
      </p:sp>
      <p:sp>
        <p:nvSpPr>
          <p:cNvPr id="6" name="Slide Number Placeholder 5"/>
          <p:cNvSpPr>
            <a:spLocks noGrp="1"/>
          </p:cNvSpPr>
          <p:nvPr>
            <p:ph type="sldNum" sz="quarter" idx="12"/>
          </p:nvPr>
        </p:nvSpPr>
        <p:spPr>
          <a:xfrm>
            <a:off x="8940800" y="6356351"/>
            <a:ext cx="2844800" cy="365125"/>
          </a:xfrm>
        </p:spPr>
        <p:txBody>
          <a:bodyPr/>
          <a:lstStyle/>
          <a:p>
            <a:fld id="{33D6E5A2-EC83-451F-A719-9AC1370DD5CF}" type="slidenum">
              <a:rPr kumimoji="0"/>
              <a:pPr/>
              <a:t>‹Nº›</a:t>
            </a:fld>
            <a:endParaRPr kumimoji="0" lang="es-ES"/>
          </a:p>
        </p:txBody>
      </p:sp>
    </p:spTree>
    <p:extLst>
      <p:ext uri="{BB962C8B-B14F-4D97-AF65-F5344CB8AC3E}">
        <p14:creationId xmlns:p14="http://schemas.microsoft.com/office/powerpoint/2010/main" val="1784860471"/>
      </p:ext>
    </p:extLst>
  </p:cSld>
  <p:clrMapOvr>
    <a:overrideClrMapping bg1="lt1" tx1="dk1" bg2="lt2" tx2="dk2" accent1="accent1" accent2="accent2" accent3="accent3" accent4="accent4" accent5="accent5" accent6="accent6" hlink="hlink" folHlink="folHlink"/>
  </p:clrMapOvr>
  <p:transition spd="slow">
    <p:wipe dir="d"/>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730" b="1" i="0">
                <a:solidFill>
                  <a:schemeClr val="tx1"/>
                </a:solidFill>
                <a:latin typeface="+mj-lt"/>
                <a:cs typeface="Century Gothic"/>
              </a:defRPr>
            </a:lvl1pPr>
          </a:lstStyle>
          <a:p>
            <a:endParaRPr dirty="0"/>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1/23/2025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extLst>
      <p:ext uri="{BB962C8B-B14F-4D97-AF65-F5344CB8AC3E}">
        <p14:creationId xmlns:p14="http://schemas.microsoft.com/office/powerpoint/2010/main" val="323043024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ORTADA princip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1" name="Imagen 10">
            <a:extLst>
              <a:ext uri="{FF2B5EF4-FFF2-40B4-BE49-F238E27FC236}">
                <a16:creationId xmlns:a16="http://schemas.microsoft.com/office/drawing/2014/main" id="{9057CAB5-419B-D16F-C185-A2D3C653D2A9}"/>
              </a:ext>
            </a:extLst>
          </p:cNvPr>
          <p:cNvPicPr>
            <a:picLocks noChangeAspect="1"/>
          </p:cNvPicPr>
          <p:nvPr userDrawn="1"/>
        </p:nvPicPr>
        <p:blipFill>
          <a:blip r:embed="rId3"/>
          <a:stretch>
            <a:fillRect/>
          </a:stretch>
        </p:blipFill>
        <p:spPr>
          <a:xfrm>
            <a:off x="11859053" y="1796807"/>
            <a:ext cx="70965" cy="3264387"/>
          </a:xfrm>
          <a:prstGeom prst="rect">
            <a:avLst/>
          </a:prstGeom>
        </p:spPr>
      </p:pic>
      <p:sp>
        <p:nvSpPr>
          <p:cNvPr id="5" name="Rectángulo 4">
            <a:extLst>
              <a:ext uri="{FF2B5EF4-FFF2-40B4-BE49-F238E27FC236}">
                <a16:creationId xmlns:a16="http://schemas.microsoft.com/office/drawing/2014/main" id="{EA07B88F-3442-88EF-4332-8188DAED77CC}"/>
              </a:ext>
            </a:extLst>
          </p:cNvPr>
          <p:cNvSpPr>
            <a:spLocks noGrp="1" noRot="1" noMove="1" noResize="1" noEditPoints="1" noAdjustHandles="1" noChangeArrowheads="1" noChangeShapeType="1"/>
          </p:cNvSpPr>
          <p:nvPr userDrawn="1"/>
        </p:nvSpPr>
        <p:spPr>
          <a:xfrm>
            <a:off x="5944993" y="616688"/>
            <a:ext cx="5674686" cy="5667154"/>
          </a:xfrm>
          <a:prstGeom prst="rect">
            <a:avLst/>
          </a:prstGeom>
          <a:solidFill>
            <a:srgbClr val="4E7C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6" name="Rectángulo 5">
            <a:extLst>
              <a:ext uri="{FF2B5EF4-FFF2-40B4-BE49-F238E27FC236}">
                <a16:creationId xmlns:a16="http://schemas.microsoft.com/office/drawing/2014/main" id="{FC350248-3FB5-3C6F-8D72-BDEA02FE930A}"/>
              </a:ext>
            </a:extLst>
          </p:cNvPr>
          <p:cNvSpPr/>
          <p:nvPr userDrawn="1"/>
        </p:nvSpPr>
        <p:spPr>
          <a:xfrm>
            <a:off x="6398549" y="2788646"/>
            <a:ext cx="294796" cy="2947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sz="1351"/>
          </a:p>
        </p:txBody>
      </p:sp>
      <p:cxnSp>
        <p:nvCxnSpPr>
          <p:cNvPr id="7" name="Conector recto 6">
            <a:extLst>
              <a:ext uri="{FF2B5EF4-FFF2-40B4-BE49-F238E27FC236}">
                <a16:creationId xmlns:a16="http://schemas.microsoft.com/office/drawing/2014/main" id="{FF0FCBE2-3DBD-0281-D2F5-F0C94CE8BC2D}"/>
              </a:ext>
            </a:extLst>
          </p:cNvPr>
          <p:cNvCxnSpPr>
            <a:cxnSpLocks/>
          </p:cNvCxnSpPr>
          <p:nvPr userDrawn="1"/>
        </p:nvCxnSpPr>
        <p:spPr>
          <a:xfrm>
            <a:off x="6996223" y="4106486"/>
            <a:ext cx="4114800"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3" name="Marcador de título 1">
            <a:extLst>
              <a:ext uri="{FF2B5EF4-FFF2-40B4-BE49-F238E27FC236}">
                <a16:creationId xmlns:a16="http://schemas.microsoft.com/office/drawing/2014/main" id="{F586EB83-3340-7C71-15A1-A44304B30029}"/>
              </a:ext>
            </a:extLst>
          </p:cNvPr>
          <p:cNvSpPr>
            <a:spLocks noGrp="1"/>
          </p:cNvSpPr>
          <p:nvPr>
            <p:ph type="title" hasCustomPrompt="1"/>
          </p:nvPr>
        </p:nvSpPr>
        <p:spPr>
          <a:xfrm>
            <a:off x="6915809" y="2601411"/>
            <a:ext cx="4377817" cy="1306054"/>
          </a:xfrm>
          <a:prstGeom prst="rect">
            <a:avLst/>
          </a:prstGeom>
        </p:spPr>
        <p:txBody>
          <a:bodyPr vert="horz" lIns="91440" tIns="45720" rIns="91440" bIns="45720" rtlCol="0" anchor="ctr">
            <a:normAutofit/>
          </a:bodyPr>
          <a:lstStyle>
            <a:lvl1pPr>
              <a:defRPr b="1">
                <a:solidFill>
                  <a:schemeClr val="bg1"/>
                </a:solidFill>
                <a:latin typeface="Arial" panose="020B0604020202020204" pitchFamily="34" charset="0"/>
                <a:cs typeface="Arial" panose="020B0604020202020204" pitchFamily="34" charset="0"/>
              </a:defRPr>
            </a:lvl1pPr>
          </a:lstStyle>
          <a:p>
            <a:r>
              <a:rPr lang="es-MX" dirty="0"/>
              <a:t>Haz clic para modificar título</a:t>
            </a:r>
            <a:endParaRPr lang="es-CL" dirty="0"/>
          </a:p>
        </p:txBody>
      </p:sp>
      <p:sp>
        <p:nvSpPr>
          <p:cNvPr id="12" name="Holder 3">
            <a:extLst>
              <a:ext uri="{FF2B5EF4-FFF2-40B4-BE49-F238E27FC236}">
                <a16:creationId xmlns:a16="http://schemas.microsoft.com/office/drawing/2014/main" id="{3F9325FC-E030-BCB8-203E-374A8BE898B6}"/>
              </a:ext>
            </a:extLst>
          </p:cNvPr>
          <p:cNvSpPr>
            <a:spLocks noGrp="1"/>
          </p:cNvSpPr>
          <p:nvPr>
            <p:ph type="subTitle" idx="4"/>
          </p:nvPr>
        </p:nvSpPr>
        <p:spPr>
          <a:xfrm>
            <a:off x="6937285" y="4305507"/>
            <a:ext cx="4356341" cy="614285"/>
          </a:xfrm>
          <a:prstGeom prst="rect">
            <a:avLst/>
          </a:prstGeom>
        </p:spPr>
        <p:txBody>
          <a:bodyPr wrap="square" lIns="0" tIns="0" rIns="0" bIns="0">
            <a:spAutoFit/>
          </a:bodyPr>
          <a:lstStyle>
            <a:lvl1pPr>
              <a:defRPr sz="2400">
                <a:solidFill>
                  <a:schemeClr val="bg1"/>
                </a:solidFill>
                <a:latin typeface="Arial" panose="020B0604020202020204" pitchFamily="34" charset="0"/>
                <a:cs typeface="Arial" panose="020B0604020202020204" pitchFamily="34" charset="0"/>
              </a:defRPr>
            </a:lvl1pPr>
          </a:lstStyle>
          <a:p>
            <a:endParaRPr dirty="0"/>
          </a:p>
        </p:txBody>
      </p:sp>
      <p:pic>
        <p:nvPicPr>
          <p:cNvPr id="4" name="Imagen 3">
            <a:extLst>
              <a:ext uri="{FF2B5EF4-FFF2-40B4-BE49-F238E27FC236}">
                <a16:creationId xmlns:a16="http://schemas.microsoft.com/office/drawing/2014/main" id="{952E45F7-DBA7-0067-88AC-2B33C1A8CB98}"/>
              </a:ext>
            </a:extLst>
          </p:cNvPr>
          <p:cNvPicPr>
            <a:picLocks noChangeAspect="1"/>
          </p:cNvPicPr>
          <p:nvPr userDrawn="1"/>
        </p:nvPicPr>
        <p:blipFill>
          <a:blip r:embed="rId4"/>
          <a:stretch>
            <a:fillRect/>
          </a:stretch>
        </p:blipFill>
        <p:spPr>
          <a:xfrm>
            <a:off x="7168812" y="1206961"/>
            <a:ext cx="3375906" cy="542314"/>
          </a:xfrm>
          <a:prstGeom prst="rect">
            <a:avLst/>
          </a:prstGeom>
        </p:spPr>
      </p:pic>
    </p:spTree>
    <p:extLst>
      <p:ext uri="{BB962C8B-B14F-4D97-AF65-F5344CB8AC3E}">
        <p14:creationId xmlns:p14="http://schemas.microsoft.com/office/powerpoint/2010/main" val="17788697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ORTADA interior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35C49BC9-326E-334D-C876-57A5EE8112C6}"/>
              </a:ext>
            </a:extLst>
          </p:cNvPr>
          <p:cNvSpPr/>
          <p:nvPr userDrawn="1"/>
        </p:nvSpPr>
        <p:spPr>
          <a:xfrm>
            <a:off x="7765159" y="2143668"/>
            <a:ext cx="3936955" cy="2845428"/>
          </a:xfrm>
          <a:prstGeom prst="rect">
            <a:avLst/>
          </a:prstGeom>
          <a:solidFill>
            <a:srgbClr val="FFFFFF">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7" name="Rectángulo 6">
            <a:extLst>
              <a:ext uri="{FF2B5EF4-FFF2-40B4-BE49-F238E27FC236}">
                <a16:creationId xmlns:a16="http://schemas.microsoft.com/office/drawing/2014/main" id="{40797CDF-FB5B-73C1-E558-E89BA99B7029}"/>
              </a:ext>
            </a:extLst>
          </p:cNvPr>
          <p:cNvSpPr/>
          <p:nvPr userDrawn="1"/>
        </p:nvSpPr>
        <p:spPr>
          <a:xfrm>
            <a:off x="7765160" y="2143669"/>
            <a:ext cx="342858" cy="342858"/>
          </a:xfrm>
          <a:prstGeom prst="rect">
            <a:avLst/>
          </a:prstGeom>
          <a:solidFill>
            <a:srgbClr val="4E7C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9" name="Marcador de título 1">
            <a:extLst>
              <a:ext uri="{FF2B5EF4-FFF2-40B4-BE49-F238E27FC236}">
                <a16:creationId xmlns:a16="http://schemas.microsoft.com/office/drawing/2014/main" id="{4EC80F0E-E5C9-2939-2CF2-AD7A392F0075}"/>
              </a:ext>
            </a:extLst>
          </p:cNvPr>
          <p:cNvSpPr>
            <a:spLocks noGrp="1"/>
          </p:cNvSpPr>
          <p:nvPr>
            <p:ph type="title" hasCustomPrompt="1"/>
          </p:nvPr>
        </p:nvSpPr>
        <p:spPr>
          <a:xfrm>
            <a:off x="8458521" y="2752716"/>
            <a:ext cx="2805775" cy="1627331"/>
          </a:xfrm>
          <a:prstGeom prst="rect">
            <a:avLst/>
          </a:prstGeom>
        </p:spPr>
        <p:txBody>
          <a:bodyPr vert="horz" lIns="91440" tIns="45720" rIns="91440" bIns="45720" rtlCol="0" anchor="ctr">
            <a:normAutofit/>
          </a:bodyPr>
          <a:lstStyle>
            <a:lvl1pPr>
              <a:defRPr sz="3200" b="1">
                <a:solidFill>
                  <a:schemeClr val="bg1"/>
                </a:solidFill>
                <a:latin typeface="Arial" panose="020B0604020202020204" pitchFamily="34" charset="0"/>
                <a:cs typeface="Arial" panose="020B0604020202020204" pitchFamily="34" charset="0"/>
              </a:defRPr>
            </a:lvl1pPr>
          </a:lstStyle>
          <a:p>
            <a:r>
              <a:rPr lang="es-MX" dirty="0"/>
              <a:t>Haz clic para modificar título</a:t>
            </a:r>
            <a:endParaRPr lang="es-CL" dirty="0"/>
          </a:p>
        </p:txBody>
      </p:sp>
      <p:sp>
        <p:nvSpPr>
          <p:cNvPr id="12" name="Rectángulo 11">
            <a:extLst>
              <a:ext uri="{FF2B5EF4-FFF2-40B4-BE49-F238E27FC236}">
                <a16:creationId xmlns:a16="http://schemas.microsoft.com/office/drawing/2014/main" id="{EF32CCDA-7D4E-CFAF-567E-53011A66186E}"/>
              </a:ext>
            </a:extLst>
          </p:cNvPr>
          <p:cNvSpPr/>
          <p:nvPr userDrawn="1"/>
        </p:nvSpPr>
        <p:spPr>
          <a:xfrm>
            <a:off x="0" y="2695073"/>
            <a:ext cx="1459832" cy="1467854"/>
          </a:xfrm>
          <a:prstGeom prst="rect">
            <a:avLst/>
          </a:prstGeom>
          <a:solidFill>
            <a:srgbClr val="4E7C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1" name="Marcador de título 1">
            <a:extLst>
              <a:ext uri="{FF2B5EF4-FFF2-40B4-BE49-F238E27FC236}">
                <a16:creationId xmlns:a16="http://schemas.microsoft.com/office/drawing/2014/main" id="{3A54758D-9CC7-9A21-A8E1-CD5CA7F3C268}"/>
              </a:ext>
            </a:extLst>
          </p:cNvPr>
          <p:cNvSpPr txBox="1">
            <a:spLocks/>
          </p:cNvSpPr>
          <p:nvPr userDrawn="1"/>
        </p:nvSpPr>
        <p:spPr>
          <a:xfrm>
            <a:off x="-1" y="2752716"/>
            <a:ext cx="1459833" cy="137718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3200" b="1" kern="1200">
                <a:solidFill>
                  <a:schemeClr val="bg1"/>
                </a:solidFill>
                <a:latin typeface="Arial" panose="020B0604020202020204" pitchFamily="34" charset="0"/>
                <a:ea typeface="+mj-ea"/>
                <a:cs typeface="Arial" panose="020B0604020202020204" pitchFamily="34" charset="0"/>
              </a:defRPr>
            </a:lvl1pPr>
          </a:lstStyle>
          <a:p>
            <a:pPr algn="ctr"/>
            <a:r>
              <a:rPr lang="es-MX" sz="8000" dirty="0"/>
              <a:t>01</a:t>
            </a:r>
            <a:endParaRPr lang="es-CL" sz="8000" dirty="0"/>
          </a:p>
        </p:txBody>
      </p:sp>
    </p:spTree>
    <p:extLst>
      <p:ext uri="{BB962C8B-B14F-4D97-AF65-F5344CB8AC3E}">
        <p14:creationId xmlns:p14="http://schemas.microsoft.com/office/powerpoint/2010/main" val="241313440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PORTADA interior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35C49BC9-326E-334D-C876-57A5EE8112C6}"/>
              </a:ext>
            </a:extLst>
          </p:cNvPr>
          <p:cNvSpPr/>
          <p:nvPr userDrawn="1"/>
        </p:nvSpPr>
        <p:spPr>
          <a:xfrm>
            <a:off x="7765159" y="2143668"/>
            <a:ext cx="3936955" cy="2845428"/>
          </a:xfrm>
          <a:prstGeom prst="rect">
            <a:avLst/>
          </a:prstGeom>
          <a:solidFill>
            <a:srgbClr val="FFFFFF">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7" name="Rectángulo 6">
            <a:extLst>
              <a:ext uri="{FF2B5EF4-FFF2-40B4-BE49-F238E27FC236}">
                <a16:creationId xmlns:a16="http://schemas.microsoft.com/office/drawing/2014/main" id="{40797CDF-FB5B-73C1-E558-E89BA99B7029}"/>
              </a:ext>
            </a:extLst>
          </p:cNvPr>
          <p:cNvSpPr/>
          <p:nvPr userDrawn="1"/>
        </p:nvSpPr>
        <p:spPr>
          <a:xfrm>
            <a:off x="7765160" y="2143669"/>
            <a:ext cx="342858" cy="342858"/>
          </a:xfrm>
          <a:prstGeom prst="rect">
            <a:avLst/>
          </a:prstGeom>
          <a:solidFill>
            <a:srgbClr val="4E7C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9" name="Marcador de título 1">
            <a:extLst>
              <a:ext uri="{FF2B5EF4-FFF2-40B4-BE49-F238E27FC236}">
                <a16:creationId xmlns:a16="http://schemas.microsoft.com/office/drawing/2014/main" id="{4EC80F0E-E5C9-2939-2CF2-AD7A392F0075}"/>
              </a:ext>
            </a:extLst>
          </p:cNvPr>
          <p:cNvSpPr>
            <a:spLocks noGrp="1"/>
          </p:cNvSpPr>
          <p:nvPr>
            <p:ph type="title" hasCustomPrompt="1"/>
          </p:nvPr>
        </p:nvSpPr>
        <p:spPr>
          <a:xfrm>
            <a:off x="8458521" y="2752716"/>
            <a:ext cx="2805775" cy="1627331"/>
          </a:xfrm>
          <a:prstGeom prst="rect">
            <a:avLst/>
          </a:prstGeom>
        </p:spPr>
        <p:txBody>
          <a:bodyPr vert="horz" lIns="91440" tIns="45720" rIns="91440" bIns="45720" rtlCol="0" anchor="ctr">
            <a:normAutofit/>
          </a:bodyPr>
          <a:lstStyle>
            <a:lvl1pPr>
              <a:defRPr sz="3200" b="1">
                <a:solidFill>
                  <a:schemeClr val="bg1"/>
                </a:solidFill>
                <a:latin typeface="Arial" panose="020B0604020202020204" pitchFamily="34" charset="0"/>
                <a:cs typeface="Arial" panose="020B0604020202020204" pitchFamily="34" charset="0"/>
              </a:defRPr>
            </a:lvl1pPr>
          </a:lstStyle>
          <a:p>
            <a:r>
              <a:rPr lang="es-MX" dirty="0"/>
              <a:t>Haz clic para modificar título</a:t>
            </a:r>
            <a:endParaRPr lang="es-CL" dirty="0"/>
          </a:p>
        </p:txBody>
      </p:sp>
      <p:sp>
        <p:nvSpPr>
          <p:cNvPr id="12" name="Rectángulo 11">
            <a:extLst>
              <a:ext uri="{FF2B5EF4-FFF2-40B4-BE49-F238E27FC236}">
                <a16:creationId xmlns:a16="http://schemas.microsoft.com/office/drawing/2014/main" id="{EF32CCDA-7D4E-CFAF-567E-53011A66186E}"/>
              </a:ext>
            </a:extLst>
          </p:cNvPr>
          <p:cNvSpPr/>
          <p:nvPr userDrawn="1"/>
        </p:nvSpPr>
        <p:spPr>
          <a:xfrm>
            <a:off x="0" y="2695073"/>
            <a:ext cx="1459832" cy="1467854"/>
          </a:xfrm>
          <a:prstGeom prst="rect">
            <a:avLst/>
          </a:prstGeom>
          <a:solidFill>
            <a:srgbClr val="4E7C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1" name="Marcador de título 1">
            <a:extLst>
              <a:ext uri="{FF2B5EF4-FFF2-40B4-BE49-F238E27FC236}">
                <a16:creationId xmlns:a16="http://schemas.microsoft.com/office/drawing/2014/main" id="{3A54758D-9CC7-9A21-A8E1-CD5CA7F3C268}"/>
              </a:ext>
            </a:extLst>
          </p:cNvPr>
          <p:cNvSpPr txBox="1">
            <a:spLocks/>
          </p:cNvSpPr>
          <p:nvPr userDrawn="1"/>
        </p:nvSpPr>
        <p:spPr>
          <a:xfrm>
            <a:off x="-1" y="2752716"/>
            <a:ext cx="1459833" cy="137718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3200" b="1" kern="1200">
                <a:solidFill>
                  <a:schemeClr val="bg1"/>
                </a:solidFill>
                <a:latin typeface="Arial" panose="020B0604020202020204" pitchFamily="34" charset="0"/>
                <a:ea typeface="+mj-ea"/>
                <a:cs typeface="Arial" panose="020B0604020202020204" pitchFamily="34" charset="0"/>
              </a:defRPr>
            </a:lvl1pPr>
          </a:lstStyle>
          <a:p>
            <a:pPr algn="ctr"/>
            <a:r>
              <a:rPr lang="es-MX" sz="8000" dirty="0"/>
              <a:t>02</a:t>
            </a:r>
            <a:endParaRPr lang="es-CL" sz="8000" dirty="0"/>
          </a:p>
        </p:txBody>
      </p:sp>
    </p:spTree>
    <p:extLst>
      <p:ext uri="{BB962C8B-B14F-4D97-AF65-F5344CB8AC3E}">
        <p14:creationId xmlns:p14="http://schemas.microsoft.com/office/powerpoint/2010/main" val="213811676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PORTADA interior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35C49BC9-326E-334D-C876-57A5EE8112C6}"/>
              </a:ext>
            </a:extLst>
          </p:cNvPr>
          <p:cNvSpPr/>
          <p:nvPr userDrawn="1"/>
        </p:nvSpPr>
        <p:spPr>
          <a:xfrm>
            <a:off x="7765159" y="2143668"/>
            <a:ext cx="3936955" cy="2845428"/>
          </a:xfrm>
          <a:prstGeom prst="rect">
            <a:avLst/>
          </a:prstGeom>
          <a:solidFill>
            <a:srgbClr val="FFFFFF">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7" name="Rectángulo 6">
            <a:extLst>
              <a:ext uri="{FF2B5EF4-FFF2-40B4-BE49-F238E27FC236}">
                <a16:creationId xmlns:a16="http://schemas.microsoft.com/office/drawing/2014/main" id="{40797CDF-FB5B-73C1-E558-E89BA99B7029}"/>
              </a:ext>
            </a:extLst>
          </p:cNvPr>
          <p:cNvSpPr/>
          <p:nvPr userDrawn="1"/>
        </p:nvSpPr>
        <p:spPr>
          <a:xfrm>
            <a:off x="7765160" y="2143669"/>
            <a:ext cx="342858" cy="342858"/>
          </a:xfrm>
          <a:prstGeom prst="rect">
            <a:avLst/>
          </a:prstGeom>
          <a:solidFill>
            <a:srgbClr val="4E7C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9" name="Marcador de título 1">
            <a:extLst>
              <a:ext uri="{FF2B5EF4-FFF2-40B4-BE49-F238E27FC236}">
                <a16:creationId xmlns:a16="http://schemas.microsoft.com/office/drawing/2014/main" id="{4EC80F0E-E5C9-2939-2CF2-AD7A392F0075}"/>
              </a:ext>
            </a:extLst>
          </p:cNvPr>
          <p:cNvSpPr>
            <a:spLocks noGrp="1"/>
          </p:cNvSpPr>
          <p:nvPr>
            <p:ph type="title" hasCustomPrompt="1"/>
          </p:nvPr>
        </p:nvSpPr>
        <p:spPr>
          <a:xfrm>
            <a:off x="8458521" y="2752716"/>
            <a:ext cx="2805775" cy="1627331"/>
          </a:xfrm>
          <a:prstGeom prst="rect">
            <a:avLst/>
          </a:prstGeom>
        </p:spPr>
        <p:txBody>
          <a:bodyPr vert="horz" lIns="91440" tIns="45720" rIns="91440" bIns="45720" rtlCol="0" anchor="ctr">
            <a:normAutofit/>
          </a:bodyPr>
          <a:lstStyle>
            <a:lvl1pPr>
              <a:defRPr sz="3200" b="1">
                <a:solidFill>
                  <a:schemeClr val="bg1"/>
                </a:solidFill>
                <a:latin typeface="Arial" panose="020B0604020202020204" pitchFamily="34" charset="0"/>
                <a:cs typeface="Arial" panose="020B0604020202020204" pitchFamily="34" charset="0"/>
              </a:defRPr>
            </a:lvl1pPr>
          </a:lstStyle>
          <a:p>
            <a:r>
              <a:rPr lang="es-MX" dirty="0"/>
              <a:t>Haz clic para modificar título</a:t>
            </a:r>
            <a:endParaRPr lang="es-CL" dirty="0"/>
          </a:p>
        </p:txBody>
      </p:sp>
      <p:sp>
        <p:nvSpPr>
          <p:cNvPr id="12" name="Rectángulo 11">
            <a:extLst>
              <a:ext uri="{FF2B5EF4-FFF2-40B4-BE49-F238E27FC236}">
                <a16:creationId xmlns:a16="http://schemas.microsoft.com/office/drawing/2014/main" id="{EF32CCDA-7D4E-CFAF-567E-53011A66186E}"/>
              </a:ext>
            </a:extLst>
          </p:cNvPr>
          <p:cNvSpPr/>
          <p:nvPr userDrawn="1"/>
        </p:nvSpPr>
        <p:spPr>
          <a:xfrm>
            <a:off x="0" y="2695073"/>
            <a:ext cx="1459832" cy="1467854"/>
          </a:xfrm>
          <a:prstGeom prst="rect">
            <a:avLst/>
          </a:prstGeom>
          <a:solidFill>
            <a:srgbClr val="4E7C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1" name="Marcador de título 1">
            <a:extLst>
              <a:ext uri="{FF2B5EF4-FFF2-40B4-BE49-F238E27FC236}">
                <a16:creationId xmlns:a16="http://schemas.microsoft.com/office/drawing/2014/main" id="{3A54758D-9CC7-9A21-A8E1-CD5CA7F3C268}"/>
              </a:ext>
            </a:extLst>
          </p:cNvPr>
          <p:cNvSpPr txBox="1">
            <a:spLocks/>
          </p:cNvSpPr>
          <p:nvPr userDrawn="1"/>
        </p:nvSpPr>
        <p:spPr>
          <a:xfrm>
            <a:off x="-1" y="2752716"/>
            <a:ext cx="1459833" cy="137718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3200" b="1" kern="1200">
                <a:solidFill>
                  <a:schemeClr val="bg1"/>
                </a:solidFill>
                <a:latin typeface="Arial" panose="020B0604020202020204" pitchFamily="34" charset="0"/>
                <a:ea typeface="+mj-ea"/>
                <a:cs typeface="Arial" panose="020B0604020202020204" pitchFamily="34" charset="0"/>
              </a:defRPr>
            </a:lvl1pPr>
          </a:lstStyle>
          <a:p>
            <a:pPr algn="ctr"/>
            <a:r>
              <a:rPr lang="es-MX" sz="8000" dirty="0"/>
              <a:t>03</a:t>
            </a:r>
            <a:endParaRPr lang="es-CL" sz="8000" dirty="0"/>
          </a:p>
        </p:txBody>
      </p:sp>
    </p:spTree>
    <p:extLst>
      <p:ext uri="{BB962C8B-B14F-4D97-AF65-F5344CB8AC3E}">
        <p14:creationId xmlns:p14="http://schemas.microsoft.com/office/powerpoint/2010/main" val="352244979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PORTADA interior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35C49BC9-326E-334D-C876-57A5EE8112C6}"/>
              </a:ext>
            </a:extLst>
          </p:cNvPr>
          <p:cNvSpPr/>
          <p:nvPr userDrawn="1"/>
        </p:nvSpPr>
        <p:spPr>
          <a:xfrm>
            <a:off x="7765159" y="2143668"/>
            <a:ext cx="3936955" cy="2845428"/>
          </a:xfrm>
          <a:prstGeom prst="rect">
            <a:avLst/>
          </a:prstGeom>
          <a:solidFill>
            <a:srgbClr val="FFFFFF">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7" name="Rectángulo 6">
            <a:extLst>
              <a:ext uri="{FF2B5EF4-FFF2-40B4-BE49-F238E27FC236}">
                <a16:creationId xmlns:a16="http://schemas.microsoft.com/office/drawing/2014/main" id="{40797CDF-FB5B-73C1-E558-E89BA99B7029}"/>
              </a:ext>
            </a:extLst>
          </p:cNvPr>
          <p:cNvSpPr/>
          <p:nvPr userDrawn="1"/>
        </p:nvSpPr>
        <p:spPr>
          <a:xfrm>
            <a:off x="7765160" y="2143669"/>
            <a:ext cx="342858" cy="342858"/>
          </a:xfrm>
          <a:prstGeom prst="rect">
            <a:avLst/>
          </a:prstGeom>
          <a:solidFill>
            <a:srgbClr val="4E7C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9" name="Marcador de título 1">
            <a:extLst>
              <a:ext uri="{FF2B5EF4-FFF2-40B4-BE49-F238E27FC236}">
                <a16:creationId xmlns:a16="http://schemas.microsoft.com/office/drawing/2014/main" id="{4EC80F0E-E5C9-2939-2CF2-AD7A392F0075}"/>
              </a:ext>
            </a:extLst>
          </p:cNvPr>
          <p:cNvSpPr>
            <a:spLocks noGrp="1"/>
          </p:cNvSpPr>
          <p:nvPr>
            <p:ph type="title" hasCustomPrompt="1"/>
          </p:nvPr>
        </p:nvSpPr>
        <p:spPr>
          <a:xfrm>
            <a:off x="8458521" y="2752716"/>
            <a:ext cx="2805775" cy="1627331"/>
          </a:xfrm>
          <a:prstGeom prst="rect">
            <a:avLst/>
          </a:prstGeom>
        </p:spPr>
        <p:txBody>
          <a:bodyPr vert="horz" lIns="91440" tIns="45720" rIns="91440" bIns="45720" rtlCol="0" anchor="ctr">
            <a:normAutofit/>
          </a:bodyPr>
          <a:lstStyle>
            <a:lvl1pPr>
              <a:defRPr sz="3200" b="1">
                <a:solidFill>
                  <a:schemeClr val="bg1"/>
                </a:solidFill>
                <a:latin typeface="Arial" panose="020B0604020202020204" pitchFamily="34" charset="0"/>
                <a:cs typeface="Arial" panose="020B0604020202020204" pitchFamily="34" charset="0"/>
              </a:defRPr>
            </a:lvl1pPr>
          </a:lstStyle>
          <a:p>
            <a:r>
              <a:rPr lang="es-MX" dirty="0"/>
              <a:t>Haz clic para modificar título</a:t>
            </a:r>
            <a:endParaRPr lang="es-CL" dirty="0"/>
          </a:p>
        </p:txBody>
      </p:sp>
      <p:sp>
        <p:nvSpPr>
          <p:cNvPr id="12" name="Rectángulo 11">
            <a:extLst>
              <a:ext uri="{FF2B5EF4-FFF2-40B4-BE49-F238E27FC236}">
                <a16:creationId xmlns:a16="http://schemas.microsoft.com/office/drawing/2014/main" id="{EF32CCDA-7D4E-CFAF-567E-53011A66186E}"/>
              </a:ext>
            </a:extLst>
          </p:cNvPr>
          <p:cNvSpPr/>
          <p:nvPr userDrawn="1"/>
        </p:nvSpPr>
        <p:spPr>
          <a:xfrm>
            <a:off x="0" y="2695073"/>
            <a:ext cx="1459832" cy="1467854"/>
          </a:xfrm>
          <a:prstGeom prst="rect">
            <a:avLst/>
          </a:prstGeom>
          <a:solidFill>
            <a:srgbClr val="4E7C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1" name="Marcador de título 1">
            <a:extLst>
              <a:ext uri="{FF2B5EF4-FFF2-40B4-BE49-F238E27FC236}">
                <a16:creationId xmlns:a16="http://schemas.microsoft.com/office/drawing/2014/main" id="{3A54758D-9CC7-9A21-A8E1-CD5CA7F3C268}"/>
              </a:ext>
            </a:extLst>
          </p:cNvPr>
          <p:cNvSpPr txBox="1">
            <a:spLocks/>
          </p:cNvSpPr>
          <p:nvPr userDrawn="1"/>
        </p:nvSpPr>
        <p:spPr>
          <a:xfrm>
            <a:off x="-1" y="2752716"/>
            <a:ext cx="1459833" cy="137718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3200" b="1" kern="1200">
                <a:solidFill>
                  <a:schemeClr val="bg1"/>
                </a:solidFill>
                <a:latin typeface="Arial" panose="020B0604020202020204" pitchFamily="34" charset="0"/>
                <a:ea typeface="+mj-ea"/>
                <a:cs typeface="Arial" panose="020B0604020202020204" pitchFamily="34" charset="0"/>
              </a:defRPr>
            </a:lvl1pPr>
          </a:lstStyle>
          <a:p>
            <a:pPr algn="ctr"/>
            <a:r>
              <a:rPr lang="es-MX" sz="8000"/>
              <a:t>04</a:t>
            </a:r>
            <a:endParaRPr lang="es-CL" sz="8000" dirty="0"/>
          </a:p>
        </p:txBody>
      </p:sp>
    </p:spTree>
    <p:extLst>
      <p:ext uri="{BB962C8B-B14F-4D97-AF65-F5344CB8AC3E}">
        <p14:creationId xmlns:p14="http://schemas.microsoft.com/office/powerpoint/2010/main" val="171308004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INTERIOR 1">
    <p:spTree>
      <p:nvGrpSpPr>
        <p:cNvPr id="1" name=""/>
        <p:cNvGrpSpPr/>
        <p:nvPr/>
      </p:nvGrpSpPr>
      <p:grpSpPr>
        <a:xfrm>
          <a:off x="0" y="0"/>
          <a:ext cx="0" cy="0"/>
          <a:chOff x="0" y="0"/>
          <a:chExt cx="0" cy="0"/>
        </a:xfrm>
      </p:grpSpPr>
      <p:sp>
        <p:nvSpPr>
          <p:cNvPr id="6" name="Marcador de texto 26">
            <a:extLst>
              <a:ext uri="{FF2B5EF4-FFF2-40B4-BE49-F238E27FC236}">
                <a16:creationId xmlns:a16="http://schemas.microsoft.com/office/drawing/2014/main" id="{3387B960-FFF9-CB57-ACA9-C9E1213259F5}"/>
              </a:ext>
            </a:extLst>
          </p:cNvPr>
          <p:cNvSpPr>
            <a:spLocks noGrp="1"/>
          </p:cNvSpPr>
          <p:nvPr>
            <p:ph type="body" sz="quarter" idx="13" hasCustomPrompt="1"/>
          </p:nvPr>
        </p:nvSpPr>
        <p:spPr>
          <a:xfrm>
            <a:off x="654685" y="551041"/>
            <a:ext cx="4916775" cy="469685"/>
          </a:xfrm>
        </p:spPr>
        <p:txBody>
          <a:bodyPr>
            <a:noAutofit/>
          </a:bodyPr>
          <a:lstStyle>
            <a:lvl1pPr algn="l">
              <a:defRPr sz="3200" b="1">
                <a:solidFill>
                  <a:schemeClr val="tx1"/>
                </a:solidFill>
                <a:latin typeface="Arial" panose="020B0604020202020204" pitchFamily="34" charset="0"/>
                <a:cs typeface="Arial" panose="020B0604020202020204" pitchFamily="34" charset="0"/>
              </a:defRPr>
            </a:lvl1pPr>
          </a:lstStyle>
          <a:p>
            <a:r>
              <a:rPr lang="es-ES" dirty="0"/>
              <a:t>MODIFICAR TITULO</a:t>
            </a:r>
            <a:endParaRPr lang="es-CL" dirty="0"/>
          </a:p>
        </p:txBody>
      </p:sp>
      <p:sp>
        <p:nvSpPr>
          <p:cNvPr id="7" name="Marcador de texto 3">
            <a:extLst>
              <a:ext uri="{FF2B5EF4-FFF2-40B4-BE49-F238E27FC236}">
                <a16:creationId xmlns:a16="http://schemas.microsoft.com/office/drawing/2014/main" id="{149A11D1-EAA1-0BB7-CFE5-9056CB346D13}"/>
              </a:ext>
            </a:extLst>
          </p:cNvPr>
          <p:cNvSpPr>
            <a:spLocks noGrp="1"/>
          </p:cNvSpPr>
          <p:nvPr>
            <p:ph type="body" sz="quarter" idx="14" hasCustomPrompt="1"/>
          </p:nvPr>
        </p:nvSpPr>
        <p:spPr>
          <a:xfrm>
            <a:off x="640715" y="1137571"/>
            <a:ext cx="4930746" cy="553006"/>
          </a:xfrm>
        </p:spPr>
        <p:txBody>
          <a:bodyPr>
            <a:normAutofit/>
          </a:bodyPr>
          <a:lstStyle>
            <a:lvl1pPr>
              <a:defRPr sz="1400">
                <a:latin typeface="Arial" panose="020B0604020202020204" pitchFamily="34" charset="0"/>
                <a:cs typeface="Arial" panose="020B0604020202020204" pitchFamily="34" charset="0"/>
              </a:defRPr>
            </a:lvl1pPr>
          </a:lstStyle>
          <a:p>
            <a:r>
              <a:rPr lang="es-ES" dirty="0"/>
              <a:t>Haz clic para modificar o eliminar bajada</a:t>
            </a:r>
          </a:p>
          <a:p>
            <a:endParaRPr lang="es-ES" dirty="0"/>
          </a:p>
        </p:txBody>
      </p:sp>
      <p:sp>
        <p:nvSpPr>
          <p:cNvPr id="8" name="Rectángulo 7">
            <a:extLst>
              <a:ext uri="{FF2B5EF4-FFF2-40B4-BE49-F238E27FC236}">
                <a16:creationId xmlns:a16="http://schemas.microsoft.com/office/drawing/2014/main" id="{D4BF3825-8CDE-15D1-473C-F04253CD9789}"/>
              </a:ext>
            </a:extLst>
          </p:cNvPr>
          <p:cNvSpPr/>
          <p:nvPr userDrawn="1"/>
        </p:nvSpPr>
        <p:spPr>
          <a:xfrm>
            <a:off x="0" y="0"/>
            <a:ext cx="552893" cy="552893"/>
          </a:xfrm>
          <a:prstGeom prst="rect">
            <a:avLst/>
          </a:prstGeom>
          <a:solidFill>
            <a:srgbClr val="4E7C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grpSp>
        <p:nvGrpSpPr>
          <p:cNvPr id="14" name="Grupo 13">
            <a:extLst>
              <a:ext uri="{FF2B5EF4-FFF2-40B4-BE49-F238E27FC236}">
                <a16:creationId xmlns:a16="http://schemas.microsoft.com/office/drawing/2014/main" id="{DBF54666-A2EC-90FE-7052-73357A52AE9A}"/>
              </a:ext>
            </a:extLst>
          </p:cNvPr>
          <p:cNvGrpSpPr/>
          <p:nvPr userDrawn="1"/>
        </p:nvGrpSpPr>
        <p:grpSpPr>
          <a:xfrm>
            <a:off x="10559057" y="6273209"/>
            <a:ext cx="1405082" cy="320986"/>
            <a:chOff x="8941676" y="5879067"/>
            <a:chExt cx="2618425" cy="598170"/>
          </a:xfrm>
        </p:grpSpPr>
        <p:sp>
          <p:nvSpPr>
            <p:cNvPr id="9" name="object 2">
              <a:extLst>
                <a:ext uri="{FF2B5EF4-FFF2-40B4-BE49-F238E27FC236}">
                  <a16:creationId xmlns:a16="http://schemas.microsoft.com/office/drawing/2014/main" id="{371A0572-EF4B-CA79-4539-AA0A2E4CD964}"/>
                </a:ext>
              </a:extLst>
            </p:cNvPr>
            <p:cNvSpPr/>
            <p:nvPr userDrawn="1"/>
          </p:nvSpPr>
          <p:spPr>
            <a:xfrm>
              <a:off x="8941676" y="5949980"/>
              <a:ext cx="1618615" cy="525145"/>
            </a:xfrm>
            <a:custGeom>
              <a:avLst/>
              <a:gdLst/>
              <a:ahLst/>
              <a:cxnLst/>
              <a:rect l="l" t="t" r="r" b="b"/>
              <a:pathLst>
                <a:path w="1618615" h="52514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w="1618615" h="52514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w="1618615" h="52514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w="1618615" h="52514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chemeClr val="tx1"/>
            </a:solidFill>
          </p:spPr>
          <p:txBody>
            <a:bodyPr wrap="square" lIns="0" tIns="0" rIns="0" bIns="0" rtlCol="0"/>
            <a:lstStyle/>
            <a:p>
              <a:endParaRPr dirty="0"/>
            </a:p>
          </p:txBody>
        </p:sp>
        <p:sp>
          <p:nvSpPr>
            <p:cNvPr id="10" name="object 3">
              <a:extLst>
                <a:ext uri="{FF2B5EF4-FFF2-40B4-BE49-F238E27FC236}">
                  <a16:creationId xmlns:a16="http://schemas.microsoft.com/office/drawing/2014/main" id="{1BA993DD-B802-B0F6-BB6C-691D8C644DF2}"/>
                </a:ext>
              </a:extLst>
            </p:cNvPr>
            <p:cNvSpPr/>
            <p:nvPr userDrawn="1"/>
          </p:nvSpPr>
          <p:spPr>
            <a:xfrm>
              <a:off x="10672317" y="5994129"/>
              <a:ext cx="388620" cy="482600"/>
            </a:xfrm>
            <a:custGeom>
              <a:avLst/>
              <a:gdLst/>
              <a:ahLst/>
              <a:cxnLst/>
              <a:rect l="l" t="t" r="r" b="b"/>
              <a:pathLst>
                <a:path w="388619" h="482600">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p:spPr>
          <p:txBody>
            <a:bodyPr wrap="square" lIns="0" tIns="0" rIns="0" bIns="0" rtlCol="0"/>
            <a:lstStyle/>
            <a:p>
              <a:endParaRPr/>
            </a:p>
          </p:txBody>
        </p:sp>
        <p:grpSp>
          <p:nvGrpSpPr>
            <p:cNvPr id="11" name="object 4">
              <a:extLst>
                <a:ext uri="{FF2B5EF4-FFF2-40B4-BE49-F238E27FC236}">
                  <a16:creationId xmlns:a16="http://schemas.microsoft.com/office/drawing/2014/main" id="{C3421982-2587-852B-E105-195C0E7D9D9F}"/>
                </a:ext>
              </a:extLst>
            </p:cNvPr>
            <p:cNvGrpSpPr/>
            <p:nvPr userDrawn="1"/>
          </p:nvGrpSpPr>
          <p:grpSpPr>
            <a:xfrm>
              <a:off x="11114331" y="5879067"/>
              <a:ext cx="445770" cy="598170"/>
              <a:chOff x="18406074" y="10234089"/>
              <a:chExt cx="445770" cy="598170"/>
            </a:xfrm>
          </p:grpSpPr>
          <p:sp>
            <p:nvSpPr>
              <p:cNvPr id="12" name="object 5">
                <a:extLst>
                  <a:ext uri="{FF2B5EF4-FFF2-40B4-BE49-F238E27FC236}">
                    <a16:creationId xmlns:a16="http://schemas.microsoft.com/office/drawing/2014/main" id="{7422255E-C44F-6988-4785-AAC71FA19F3B}"/>
                  </a:ext>
                </a:extLst>
              </p:cNvPr>
              <p:cNvSpPr/>
              <p:nvPr/>
            </p:nvSpPr>
            <p:spPr>
              <a:xfrm>
                <a:off x="18406074" y="10341395"/>
                <a:ext cx="376555" cy="490855"/>
              </a:xfrm>
              <a:custGeom>
                <a:avLst/>
                <a:gdLst/>
                <a:ahLst/>
                <a:cxnLst/>
                <a:rect l="l" t="t" r="r" b="b"/>
                <a:pathLst>
                  <a:path w="376555" h="490854">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p:spPr>
            <p:txBody>
              <a:bodyPr wrap="square" lIns="0" tIns="0" rIns="0" bIns="0" rtlCol="0"/>
              <a:lstStyle/>
              <a:p>
                <a:endParaRPr/>
              </a:p>
            </p:txBody>
          </p:sp>
          <p:pic>
            <p:nvPicPr>
              <p:cNvPr id="13" name="object 6">
                <a:extLst>
                  <a:ext uri="{FF2B5EF4-FFF2-40B4-BE49-F238E27FC236}">
                    <a16:creationId xmlns:a16="http://schemas.microsoft.com/office/drawing/2014/main" id="{C9735AE4-9BC0-BA7F-18A3-3B4538726A97}"/>
                  </a:ext>
                </a:extLst>
              </p:cNvPr>
              <p:cNvPicPr/>
              <p:nvPr/>
            </p:nvPicPr>
            <p:blipFill>
              <a:blip r:embed="rId2" cstate="email">
                <a:extLst>
                  <a:ext uri="{28A0092B-C50C-407E-A947-70E740481C1C}">
                    <a14:useLocalDpi xmlns:a14="http://schemas.microsoft.com/office/drawing/2010/main"/>
                  </a:ext>
                </a:extLst>
              </a:blip>
              <a:stretch>
                <a:fillRect/>
              </a:stretch>
            </p:blipFill>
            <p:spPr>
              <a:xfrm>
                <a:off x="18739823" y="10234089"/>
                <a:ext cx="111954" cy="111944"/>
              </a:xfrm>
              <a:prstGeom prst="rect">
                <a:avLst/>
              </a:prstGeom>
            </p:spPr>
          </p:pic>
        </p:grpSp>
      </p:grpSp>
      <p:pic>
        <p:nvPicPr>
          <p:cNvPr id="3" name="Imagen 2">
            <a:extLst>
              <a:ext uri="{FF2B5EF4-FFF2-40B4-BE49-F238E27FC236}">
                <a16:creationId xmlns:a16="http://schemas.microsoft.com/office/drawing/2014/main" id="{0B8A2F42-00CA-3BF5-D8D0-4B68FE7E8824}"/>
              </a:ext>
            </a:extLst>
          </p:cNvPr>
          <p:cNvPicPr>
            <a:picLocks noChangeAspect="1"/>
          </p:cNvPicPr>
          <p:nvPr userDrawn="1"/>
        </p:nvPicPr>
        <p:blipFill>
          <a:blip r:embed="rId3"/>
          <a:stretch>
            <a:fillRect/>
          </a:stretch>
        </p:blipFill>
        <p:spPr>
          <a:xfrm rot="5400000">
            <a:off x="2714468" y="4342374"/>
            <a:ext cx="119408" cy="4238978"/>
          </a:xfrm>
          <a:prstGeom prst="rect">
            <a:avLst/>
          </a:prstGeom>
        </p:spPr>
      </p:pic>
    </p:spTree>
    <p:extLst>
      <p:ext uri="{BB962C8B-B14F-4D97-AF65-F5344CB8AC3E}">
        <p14:creationId xmlns:p14="http://schemas.microsoft.com/office/powerpoint/2010/main" val="409768038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INTERIOR 2">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C97BCC7D-6F08-8B7A-0AE6-494B19B085FA}"/>
              </a:ext>
            </a:extLst>
          </p:cNvPr>
          <p:cNvSpPr/>
          <p:nvPr userDrawn="1"/>
        </p:nvSpPr>
        <p:spPr>
          <a:xfrm>
            <a:off x="0" y="0"/>
            <a:ext cx="4459705" cy="6858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3" name="Rectángulo 2">
            <a:extLst>
              <a:ext uri="{FF2B5EF4-FFF2-40B4-BE49-F238E27FC236}">
                <a16:creationId xmlns:a16="http://schemas.microsoft.com/office/drawing/2014/main" id="{989D0323-C2ED-C0E8-73FE-BEAB8CFEAEB8}"/>
              </a:ext>
            </a:extLst>
          </p:cNvPr>
          <p:cNvSpPr/>
          <p:nvPr userDrawn="1"/>
        </p:nvSpPr>
        <p:spPr>
          <a:xfrm>
            <a:off x="970947" y="900877"/>
            <a:ext cx="3748474" cy="5056245"/>
          </a:xfrm>
          <a:prstGeom prst="rect">
            <a:avLst/>
          </a:prstGeom>
          <a:solidFill>
            <a:srgbClr val="4E7C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pic>
        <p:nvPicPr>
          <p:cNvPr id="4" name="Gráfico 3">
            <a:extLst>
              <a:ext uri="{FF2B5EF4-FFF2-40B4-BE49-F238E27FC236}">
                <a16:creationId xmlns:a16="http://schemas.microsoft.com/office/drawing/2014/main" id="{3A500616-0E5D-9D67-2AD4-83DFD6FEB76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flipV="1">
            <a:off x="10929134" y="3487483"/>
            <a:ext cx="2392160" cy="133572"/>
          </a:xfrm>
          <a:prstGeom prst="rect">
            <a:avLst/>
          </a:prstGeom>
        </p:spPr>
      </p:pic>
      <p:sp>
        <p:nvSpPr>
          <p:cNvPr id="15" name="Marcador de título 1">
            <a:extLst>
              <a:ext uri="{FF2B5EF4-FFF2-40B4-BE49-F238E27FC236}">
                <a16:creationId xmlns:a16="http://schemas.microsoft.com/office/drawing/2014/main" id="{F57429FB-BAB3-46DE-9370-D3C110C6572A}"/>
              </a:ext>
            </a:extLst>
          </p:cNvPr>
          <p:cNvSpPr>
            <a:spLocks noGrp="1"/>
          </p:cNvSpPr>
          <p:nvPr>
            <p:ph type="title" hasCustomPrompt="1"/>
          </p:nvPr>
        </p:nvSpPr>
        <p:spPr>
          <a:xfrm>
            <a:off x="1477466" y="2219158"/>
            <a:ext cx="2805775" cy="1627331"/>
          </a:xfrm>
          <a:prstGeom prst="rect">
            <a:avLst/>
          </a:prstGeom>
        </p:spPr>
        <p:txBody>
          <a:bodyPr vert="horz" lIns="91440" tIns="45720" rIns="91440" bIns="45720" rtlCol="0" anchor="ctr">
            <a:normAutofit/>
          </a:bodyPr>
          <a:lstStyle>
            <a:lvl1pPr>
              <a:defRPr sz="3200" b="1">
                <a:solidFill>
                  <a:schemeClr val="bg1"/>
                </a:solidFill>
                <a:latin typeface="Arial" panose="020B0604020202020204" pitchFamily="34" charset="0"/>
                <a:cs typeface="Arial" panose="020B0604020202020204" pitchFamily="34" charset="0"/>
              </a:defRPr>
            </a:lvl1pPr>
          </a:lstStyle>
          <a:p>
            <a:r>
              <a:rPr lang="es-MX" dirty="0"/>
              <a:t>Haz clic para modificar título</a:t>
            </a:r>
            <a:endParaRPr lang="es-CL" dirty="0"/>
          </a:p>
        </p:txBody>
      </p:sp>
      <p:sp>
        <p:nvSpPr>
          <p:cNvPr id="16" name="Marcador de texto 2">
            <a:extLst>
              <a:ext uri="{FF2B5EF4-FFF2-40B4-BE49-F238E27FC236}">
                <a16:creationId xmlns:a16="http://schemas.microsoft.com/office/drawing/2014/main" id="{4F8D0BB2-7009-A53E-830B-0224847CA34E}"/>
              </a:ext>
            </a:extLst>
          </p:cNvPr>
          <p:cNvSpPr>
            <a:spLocks noGrp="1"/>
          </p:cNvSpPr>
          <p:nvPr>
            <p:ph idx="1" hasCustomPrompt="1"/>
          </p:nvPr>
        </p:nvSpPr>
        <p:spPr>
          <a:xfrm>
            <a:off x="1477466" y="4008906"/>
            <a:ext cx="2805775" cy="746396"/>
          </a:xfrm>
          <a:prstGeom prst="rect">
            <a:avLst/>
          </a:prstGeom>
        </p:spPr>
        <p:txBody>
          <a:bodyPr vert="horz" lIns="91440" tIns="45720" rIns="91440" bIns="45720" rtlCol="0">
            <a:normAutofit/>
          </a:bodyPr>
          <a:lstStyle>
            <a:lvl1pPr>
              <a:defRPr b="0" i="0">
                <a:solidFill>
                  <a:schemeClr val="bg1"/>
                </a:solidFill>
                <a:latin typeface="Arial" panose="020B0604020202020204" pitchFamily="34" charset="0"/>
                <a:cs typeface="Arial" panose="020B0604020202020204" pitchFamily="34" charset="0"/>
              </a:defRPr>
            </a:lvl1pPr>
          </a:lstStyle>
          <a:p>
            <a:pPr lvl="0"/>
            <a:r>
              <a:rPr lang="es-MX" dirty="0"/>
              <a:t>Haz clic para modificar bajada</a:t>
            </a:r>
            <a:endParaRPr lang="es-CL" dirty="0"/>
          </a:p>
        </p:txBody>
      </p:sp>
      <p:grpSp>
        <p:nvGrpSpPr>
          <p:cNvPr id="6" name="Grupo 5">
            <a:extLst>
              <a:ext uri="{FF2B5EF4-FFF2-40B4-BE49-F238E27FC236}">
                <a16:creationId xmlns:a16="http://schemas.microsoft.com/office/drawing/2014/main" id="{30600BA2-FE25-D617-556A-284E126C4526}"/>
              </a:ext>
            </a:extLst>
          </p:cNvPr>
          <p:cNvGrpSpPr/>
          <p:nvPr userDrawn="1"/>
        </p:nvGrpSpPr>
        <p:grpSpPr>
          <a:xfrm>
            <a:off x="10559057" y="6273209"/>
            <a:ext cx="1405082" cy="320986"/>
            <a:chOff x="8941676" y="5879067"/>
            <a:chExt cx="2618425" cy="598170"/>
          </a:xfrm>
        </p:grpSpPr>
        <p:sp>
          <p:nvSpPr>
            <p:cNvPr id="7" name="object 2">
              <a:extLst>
                <a:ext uri="{FF2B5EF4-FFF2-40B4-BE49-F238E27FC236}">
                  <a16:creationId xmlns:a16="http://schemas.microsoft.com/office/drawing/2014/main" id="{214DF2C4-F04D-3C80-781C-59FD036C679C}"/>
                </a:ext>
              </a:extLst>
            </p:cNvPr>
            <p:cNvSpPr/>
            <p:nvPr userDrawn="1"/>
          </p:nvSpPr>
          <p:spPr>
            <a:xfrm>
              <a:off x="8941676" y="5949980"/>
              <a:ext cx="1618615" cy="525145"/>
            </a:xfrm>
            <a:custGeom>
              <a:avLst/>
              <a:gdLst/>
              <a:ahLst/>
              <a:cxnLst/>
              <a:rect l="l" t="t" r="r" b="b"/>
              <a:pathLst>
                <a:path w="1618615" h="52514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w="1618615" h="52514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w="1618615" h="52514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w="1618615" h="52514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chemeClr val="tx1"/>
            </a:solidFill>
          </p:spPr>
          <p:txBody>
            <a:bodyPr wrap="square" lIns="0" tIns="0" rIns="0" bIns="0" rtlCol="0"/>
            <a:lstStyle/>
            <a:p>
              <a:endParaRPr dirty="0"/>
            </a:p>
          </p:txBody>
        </p:sp>
        <p:sp>
          <p:nvSpPr>
            <p:cNvPr id="8" name="object 3">
              <a:extLst>
                <a:ext uri="{FF2B5EF4-FFF2-40B4-BE49-F238E27FC236}">
                  <a16:creationId xmlns:a16="http://schemas.microsoft.com/office/drawing/2014/main" id="{6664B434-EC06-B2A1-112A-CFBBD91843D1}"/>
                </a:ext>
              </a:extLst>
            </p:cNvPr>
            <p:cNvSpPr/>
            <p:nvPr userDrawn="1"/>
          </p:nvSpPr>
          <p:spPr>
            <a:xfrm>
              <a:off x="10672317" y="5994129"/>
              <a:ext cx="388620" cy="482600"/>
            </a:xfrm>
            <a:custGeom>
              <a:avLst/>
              <a:gdLst/>
              <a:ahLst/>
              <a:cxnLst/>
              <a:rect l="l" t="t" r="r" b="b"/>
              <a:pathLst>
                <a:path w="388619" h="482600">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p:spPr>
          <p:txBody>
            <a:bodyPr wrap="square" lIns="0" tIns="0" rIns="0" bIns="0" rtlCol="0"/>
            <a:lstStyle/>
            <a:p>
              <a:endParaRPr/>
            </a:p>
          </p:txBody>
        </p:sp>
        <p:grpSp>
          <p:nvGrpSpPr>
            <p:cNvPr id="17" name="object 4">
              <a:extLst>
                <a:ext uri="{FF2B5EF4-FFF2-40B4-BE49-F238E27FC236}">
                  <a16:creationId xmlns:a16="http://schemas.microsoft.com/office/drawing/2014/main" id="{78BE0504-3454-CB76-4D2B-96730BFC194F}"/>
                </a:ext>
              </a:extLst>
            </p:cNvPr>
            <p:cNvGrpSpPr/>
            <p:nvPr userDrawn="1"/>
          </p:nvGrpSpPr>
          <p:grpSpPr>
            <a:xfrm>
              <a:off x="11114331" y="5879067"/>
              <a:ext cx="445770" cy="598170"/>
              <a:chOff x="18406074" y="10234089"/>
              <a:chExt cx="445770" cy="598170"/>
            </a:xfrm>
          </p:grpSpPr>
          <p:sp>
            <p:nvSpPr>
              <p:cNvPr id="18" name="object 5">
                <a:extLst>
                  <a:ext uri="{FF2B5EF4-FFF2-40B4-BE49-F238E27FC236}">
                    <a16:creationId xmlns:a16="http://schemas.microsoft.com/office/drawing/2014/main" id="{E08B512B-19D5-31EE-38BB-ECE0FD6B8C78}"/>
                  </a:ext>
                </a:extLst>
              </p:cNvPr>
              <p:cNvSpPr/>
              <p:nvPr/>
            </p:nvSpPr>
            <p:spPr>
              <a:xfrm>
                <a:off x="18406074" y="10341395"/>
                <a:ext cx="376555" cy="490855"/>
              </a:xfrm>
              <a:custGeom>
                <a:avLst/>
                <a:gdLst/>
                <a:ahLst/>
                <a:cxnLst/>
                <a:rect l="l" t="t" r="r" b="b"/>
                <a:pathLst>
                  <a:path w="376555" h="490854">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p:spPr>
            <p:txBody>
              <a:bodyPr wrap="square" lIns="0" tIns="0" rIns="0" bIns="0" rtlCol="0"/>
              <a:lstStyle/>
              <a:p>
                <a:endParaRPr/>
              </a:p>
            </p:txBody>
          </p:sp>
          <p:pic>
            <p:nvPicPr>
              <p:cNvPr id="19" name="object 6">
                <a:extLst>
                  <a:ext uri="{FF2B5EF4-FFF2-40B4-BE49-F238E27FC236}">
                    <a16:creationId xmlns:a16="http://schemas.microsoft.com/office/drawing/2014/main" id="{2816031D-2FBD-6D3D-C3AA-EDAC01B1B7B3}"/>
                  </a:ext>
                </a:extLst>
              </p:cNvPr>
              <p:cNvPicPr/>
              <p:nvPr/>
            </p:nvPicPr>
            <p:blipFill>
              <a:blip r:embed="rId4" cstate="email">
                <a:extLst>
                  <a:ext uri="{28A0092B-C50C-407E-A947-70E740481C1C}">
                    <a14:useLocalDpi xmlns:a14="http://schemas.microsoft.com/office/drawing/2010/main"/>
                  </a:ext>
                </a:extLst>
              </a:blip>
              <a:stretch>
                <a:fillRect/>
              </a:stretch>
            </p:blipFill>
            <p:spPr>
              <a:xfrm>
                <a:off x="18739823" y="10234089"/>
                <a:ext cx="111954" cy="111944"/>
              </a:xfrm>
              <a:prstGeom prst="rect">
                <a:avLst/>
              </a:prstGeom>
            </p:spPr>
          </p:pic>
        </p:grpSp>
      </p:grpSp>
      <p:pic>
        <p:nvPicPr>
          <p:cNvPr id="9" name="Imagen 8">
            <a:extLst>
              <a:ext uri="{FF2B5EF4-FFF2-40B4-BE49-F238E27FC236}">
                <a16:creationId xmlns:a16="http://schemas.microsoft.com/office/drawing/2014/main" id="{9C188DE4-1C8A-750A-9834-317895F22B2F}"/>
              </a:ext>
            </a:extLst>
          </p:cNvPr>
          <p:cNvPicPr>
            <a:picLocks noChangeAspect="1"/>
          </p:cNvPicPr>
          <p:nvPr userDrawn="1"/>
        </p:nvPicPr>
        <p:blipFill>
          <a:blip r:embed="rId5"/>
          <a:stretch>
            <a:fillRect/>
          </a:stretch>
        </p:blipFill>
        <p:spPr>
          <a:xfrm>
            <a:off x="460414" y="1315256"/>
            <a:ext cx="119084" cy="4227489"/>
          </a:xfrm>
          <a:prstGeom prst="rect">
            <a:avLst/>
          </a:prstGeom>
        </p:spPr>
      </p:pic>
    </p:spTree>
    <p:extLst>
      <p:ext uri="{BB962C8B-B14F-4D97-AF65-F5344CB8AC3E}">
        <p14:creationId xmlns:p14="http://schemas.microsoft.com/office/powerpoint/2010/main" val="236259458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INTERIOR 3">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C97BCC7D-6F08-8B7A-0AE6-494B19B085FA}"/>
              </a:ext>
            </a:extLst>
          </p:cNvPr>
          <p:cNvSpPr/>
          <p:nvPr userDrawn="1"/>
        </p:nvSpPr>
        <p:spPr>
          <a:xfrm>
            <a:off x="0" y="0"/>
            <a:ext cx="1155032" cy="6858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6" name="Rectángulo 5">
            <a:extLst>
              <a:ext uri="{FF2B5EF4-FFF2-40B4-BE49-F238E27FC236}">
                <a16:creationId xmlns:a16="http://schemas.microsoft.com/office/drawing/2014/main" id="{7CFD1A2D-962B-1B2F-8EFE-116133732487}"/>
              </a:ext>
            </a:extLst>
          </p:cNvPr>
          <p:cNvSpPr/>
          <p:nvPr userDrawn="1"/>
        </p:nvSpPr>
        <p:spPr>
          <a:xfrm>
            <a:off x="485631" y="405838"/>
            <a:ext cx="155636" cy="155636"/>
          </a:xfrm>
          <a:prstGeom prst="rect">
            <a:avLst/>
          </a:prstGeom>
          <a:solidFill>
            <a:srgbClr val="4E7C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sz="1351"/>
          </a:p>
        </p:txBody>
      </p:sp>
      <p:sp>
        <p:nvSpPr>
          <p:cNvPr id="7" name="Marcador de texto 26">
            <a:extLst>
              <a:ext uri="{FF2B5EF4-FFF2-40B4-BE49-F238E27FC236}">
                <a16:creationId xmlns:a16="http://schemas.microsoft.com/office/drawing/2014/main" id="{FC12E6C9-B6C7-FBEC-A203-87F5181A3034}"/>
              </a:ext>
            </a:extLst>
          </p:cNvPr>
          <p:cNvSpPr>
            <a:spLocks noGrp="1"/>
          </p:cNvSpPr>
          <p:nvPr>
            <p:ph type="body" sz="quarter" idx="13" hasCustomPrompt="1"/>
          </p:nvPr>
        </p:nvSpPr>
        <p:spPr>
          <a:xfrm>
            <a:off x="6510853" y="405838"/>
            <a:ext cx="4916775" cy="469685"/>
          </a:xfrm>
        </p:spPr>
        <p:txBody>
          <a:bodyPr>
            <a:noAutofit/>
          </a:bodyPr>
          <a:lstStyle>
            <a:lvl1pPr marL="0" indent="0" algn="r">
              <a:buNone/>
              <a:defRPr sz="3200" b="1">
                <a:solidFill>
                  <a:schemeClr val="tx1"/>
                </a:solidFill>
                <a:latin typeface="Arial" panose="020B0604020202020204" pitchFamily="34" charset="0"/>
                <a:cs typeface="Arial" panose="020B0604020202020204" pitchFamily="34" charset="0"/>
              </a:defRPr>
            </a:lvl1pPr>
          </a:lstStyle>
          <a:p>
            <a:r>
              <a:rPr lang="es-ES" dirty="0"/>
              <a:t>MODIFICAR TITULO</a:t>
            </a:r>
            <a:endParaRPr lang="es-CL" dirty="0"/>
          </a:p>
        </p:txBody>
      </p:sp>
      <p:sp>
        <p:nvSpPr>
          <p:cNvPr id="8" name="Marcador de texto 3">
            <a:extLst>
              <a:ext uri="{FF2B5EF4-FFF2-40B4-BE49-F238E27FC236}">
                <a16:creationId xmlns:a16="http://schemas.microsoft.com/office/drawing/2014/main" id="{1CE8A453-8074-39A1-48E5-2C3C6BECABC8}"/>
              </a:ext>
            </a:extLst>
          </p:cNvPr>
          <p:cNvSpPr>
            <a:spLocks noGrp="1"/>
          </p:cNvSpPr>
          <p:nvPr>
            <p:ph type="body" sz="quarter" idx="14" hasCustomPrompt="1"/>
          </p:nvPr>
        </p:nvSpPr>
        <p:spPr>
          <a:xfrm>
            <a:off x="6510853" y="976146"/>
            <a:ext cx="4930746" cy="281800"/>
          </a:xfrm>
        </p:spPr>
        <p:txBody>
          <a:bodyPr>
            <a:normAutofit/>
          </a:bodyPr>
          <a:lstStyle>
            <a:lvl1pPr marL="0" indent="0" algn="r">
              <a:buNone/>
              <a:defRPr sz="1400">
                <a:latin typeface="Arial" panose="020B0604020202020204" pitchFamily="34" charset="0"/>
                <a:cs typeface="Arial" panose="020B0604020202020204" pitchFamily="34" charset="0"/>
              </a:defRPr>
            </a:lvl1pPr>
          </a:lstStyle>
          <a:p>
            <a:r>
              <a:rPr lang="es-ES" dirty="0"/>
              <a:t>Haz clic para modificar o eliminar bajada</a:t>
            </a:r>
          </a:p>
          <a:p>
            <a:endParaRPr lang="es-ES" dirty="0"/>
          </a:p>
        </p:txBody>
      </p:sp>
      <p:sp>
        <p:nvSpPr>
          <p:cNvPr id="17" name="Rectángulo 16">
            <a:extLst>
              <a:ext uri="{FF2B5EF4-FFF2-40B4-BE49-F238E27FC236}">
                <a16:creationId xmlns:a16="http://schemas.microsoft.com/office/drawing/2014/main" id="{C0D8A9F2-7C34-CC0C-4A65-766C6591434E}"/>
              </a:ext>
            </a:extLst>
          </p:cNvPr>
          <p:cNvSpPr/>
          <p:nvPr userDrawn="1"/>
        </p:nvSpPr>
        <p:spPr>
          <a:xfrm>
            <a:off x="11551912" y="483656"/>
            <a:ext cx="271438" cy="271438"/>
          </a:xfrm>
          <a:prstGeom prst="rect">
            <a:avLst/>
          </a:prstGeom>
          <a:solidFill>
            <a:srgbClr val="4E7C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grpSp>
        <p:nvGrpSpPr>
          <p:cNvPr id="3" name="Grupo 2">
            <a:extLst>
              <a:ext uri="{FF2B5EF4-FFF2-40B4-BE49-F238E27FC236}">
                <a16:creationId xmlns:a16="http://schemas.microsoft.com/office/drawing/2014/main" id="{427846E3-6C01-4C3F-2624-7CD8517C9846}"/>
              </a:ext>
            </a:extLst>
          </p:cNvPr>
          <p:cNvGrpSpPr/>
          <p:nvPr userDrawn="1"/>
        </p:nvGrpSpPr>
        <p:grpSpPr>
          <a:xfrm>
            <a:off x="10559057" y="6273209"/>
            <a:ext cx="1405082" cy="320986"/>
            <a:chOff x="8941676" y="5879067"/>
            <a:chExt cx="2618425" cy="598170"/>
          </a:xfrm>
        </p:grpSpPr>
        <p:sp>
          <p:nvSpPr>
            <p:cNvPr id="4" name="object 2">
              <a:extLst>
                <a:ext uri="{FF2B5EF4-FFF2-40B4-BE49-F238E27FC236}">
                  <a16:creationId xmlns:a16="http://schemas.microsoft.com/office/drawing/2014/main" id="{F0FF35D2-A2FC-35AC-0158-8D26446D5854}"/>
                </a:ext>
              </a:extLst>
            </p:cNvPr>
            <p:cNvSpPr/>
            <p:nvPr userDrawn="1"/>
          </p:nvSpPr>
          <p:spPr>
            <a:xfrm>
              <a:off x="8941676" y="5949980"/>
              <a:ext cx="1618615" cy="525145"/>
            </a:xfrm>
            <a:custGeom>
              <a:avLst/>
              <a:gdLst/>
              <a:ahLst/>
              <a:cxnLst/>
              <a:rect l="l" t="t" r="r" b="b"/>
              <a:pathLst>
                <a:path w="1618615" h="52514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w="1618615" h="52514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w="1618615" h="52514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w="1618615" h="52514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chemeClr val="tx1"/>
            </a:solidFill>
          </p:spPr>
          <p:txBody>
            <a:bodyPr wrap="square" lIns="0" tIns="0" rIns="0" bIns="0" rtlCol="0"/>
            <a:lstStyle/>
            <a:p>
              <a:endParaRPr dirty="0"/>
            </a:p>
          </p:txBody>
        </p:sp>
        <p:sp>
          <p:nvSpPr>
            <p:cNvPr id="15" name="object 3">
              <a:extLst>
                <a:ext uri="{FF2B5EF4-FFF2-40B4-BE49-F238E27FC236}">
                  <a16:creationId xmlns:a16="http://schemas.microsoft.com/office/drawing/2014/main" id="{D52EE463-507D-0E89-A698-37B26D93221E}"/>
                </a:ext>
              </a:extLst>
            </p:cNvPr>
            <p:cNvSpPr/>
            <p:nvPr userDrawn="1"/>
          </p:nvSpPr>
          <p:spPr>
            <a:xfrm>
              <a:off x="10672317" y="5994129"/>
              <a:ext cx="388620" cy="482600"/>
            </a:xfrm>
            <a:custGeom>
              <a:avLst/>
              <a:gdLst/>
              <a:ahLst/>
              <a:cxnLst/>
              <a:rect l="l" t="t" r="r" b="b"/>
              <a:pathLst>
                <a:path w="388619" h="482600">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p:spPr>
          <p:txBody>
            <a:bodyPr wrap="square" lIns="0" tIns="0" rIns="0" bIns="0" rtlCol="0"/>
            <a:lstStyle/>
            <a:p>
              <a:endParaRPr/>
            </a:p>
          </p:txBody>
        </p:sp>
        <p:grpSp>
          <p:nvGrpSpPr>
            <p:cNvPr id="16" name="object 4">
              <a:extLst>
                <a:ext uri="{FF2B5EF4-FFF2-40B4-BE49-F238E27FC236}">
                  <a16:creationId xmlns:a16="http://schemas.microsoft.com/office/drawing/2014/main" id="{6C83F359-2517-926A-B7D0-D64B0F83FC19}"/>
                </a:ext>
              </a:extLst>
            </p:cNvPr>
            <p:cNvGrpSpPr/>
            <p:nvPr userDrawn="1"/>
          </p:nvGrpSpPr>
          <p:grpSpPr>
            <a:xfrm>
              <a:off x="11114331" y="5879067"/>
              <a:ext cx="445770" cy="598170"/>
              <a:chOff x="18406074" y="10234089"/>
              <a:chExt cx="445770" cy="598170"/>
            </a:xfrm>
          </p:grpSpPr>
          <p:sp>
            <p:nvSpPr>
              <p:cNvPr id="18" name="object 5">
                <a:extLst>
                  <a:ext uri="{FF2B5EF4-FFF2-40B4-BE49-F238E27FC236}">
                    <a16:creationId xmlns:a16="http://schemas.microsoft.com/office/drawing/2014/main" id="{21FEE031-C875-38D1-5382-9E6E11778AA5}"/>
                  </a:ext>
                </a:extLst>
              </p:cNvPr>
              <p:cNvSpPr/>
              <p:nvPr/>
            </p:nvSpPr>
            <p:spPr>
              <a:xfrm>
                <a:off x="18406074" y="10341395"/>
                <a:ext cx="376555" cy="490855"/>
              </a:xfrm>
              <a:custGeom>
                <a:avLst/>
                <a:gdLst/>
                <a:ahLst/>
                <a:cxnLst/>
                <a:rect l="l" t="t" r="r" b="b"/>
                <a:pathLst>
                  <a:path w="376555" h="490854">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p:spPr>
            <p:txBody>
              <a:bodyPr wrap="square" lIns="0" tIns="0" rIns="0" bIns="0" rtlCol="0"/>
              <a:lstStyle/>
              <a:p>
                <a:endParaRPr/>
              </a:p>
            </p:txBody>
          </p:sp>
          <p:pic>
            <p:nvPicPr>
              <p:cNvPr id="19" name="object 6">
                <a:extLst>
                  <a:ext uri="{FF2B5EF4-FFF2-40B4-BE49-F238E27FC236}">
                    <a16:creationId xmlns:a16="http://schemas.microsoft.com/office/drawing/2014/main" id="{08F0296E-9087-FDE0-9CBF-6E89FE8D4121}"/>
                  </a:ext>
                </a:extLst>
              </p:cNvPr>
              <p:cNvPicPr/>
              <p:nvPr/>
            </p:nvPicPr>
            <p:blipFill>
              <a:blip r:embed="rId2" cstate="email">
                <a:extLst>
                  <a:ext uri="{28A0092B-C50C-407E-A947-70E740481C1C}">
                    <a14:useLocalDpi xmlns:a14="http://schemas.microsoft.com/office/drawing/2010/main"/>
                  </a:ext>
                </a:extLst>
              </a:blip>
              <a:stretch>
                <a:fillRect/>
              </a:stretch>
            </p:blipFill>
            <p:spPr>
              <a:xfrm>
                <a:off x="18739823" y="10234089"/>
                <a:ext cx="111954" cy="111944"/>
              </a:xfrm>
              <a:prstGeom prst="rect">
                <a:avLst/>
              </a:prstGeom>
            </p:spPr>
          </p:pic>
        </p:grpSp>
      </p:grpSp>
      <p:pic>
        <p:nvPicPr>
          <p:cNvPr id="9" name="Imagen 8">
            <a:extLst>
              <a:ext uri="{FF2B5EF4-FFF2-40B4-BE49-F238E27FC236}">
                <a16:creationId xmlns:a16="http://schemas.microsoft.com/office/drawing/2014/main" id="{533ECC16-DB92-D7AB-25D1-63F1F6931CD4}"/>
              </a:ext>
            </a:extLst>
          </p:cNvPr>
          <p:cNvPicPr>
            <a:picLocks noChangeAspect="1"/>
          </p:cNvPicPr>
          <p:nvPr userDrawn="1"/>
        </p:nvPicPr>
        <p:blipFill>
          <a:blip r:embed="rId3"/>
          <a:stretch>
            <a:fillRect/>
          </a:stretch>
        </p:blipFill>
        <p:spPr>
          <a:xfrm>
            <a:off x="517592" y="2244940"/>
            <a:ext cx="119084" cy="4227489"/>
          </a:xfrm>
          <a:prstGeom prst="rect">
            <a:avLst/>
          </a:prstGeom>
        </p:spPr>
      </p:pic>
    </p:spTree>
    <p:extLst>
      <p:ext uri="{BB962C8B-B14F-4D97-AF65-F5344CB8AC3E}">
        <p14:creationId xmlns:p14="http://schemas.microsoft.com/office/powerpoint/2010/main" val="159849317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APA FINAL">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95D537A3-771A-B373-471B-2113C671CFBB}"/>
              </a:ext>
            </a:extLst>
          </p:cNvPr>
          <p:cNvSpPr/>
          <p:nvPr userDrawn="1"/>
        </p:nvSpPr>
        <p:spPr>
          <a:xfrm>
            <a:off x="0" y="1"/>
            <a:ext cx="12192000" cy="6858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grpSp>
        <p:nvGrpSpPr>
          <p:cNvPr id="2" name="Grupo 1">
            <a:extLst>
              <a:ext uri="{FF2B5EF4-FFF2-40B4-BE49-F238E27FC236}">
                <a16:creationId xmlns:a16="http://schemas.microsoft.com/office/drawing/2014/main" id="{9F91E6D1-21AD-8149-634F-39874CDDB05F}"/>
              </a:ext>
            </a:extLst>
          </p:cNvPr>
          <p:cNvGrpSpPr/>
          <p:nvPr userDrawn="1"/>
        </p:nvGrpSpPr>
        <p:grpSpPr>
          <a:xfrm>
            <a:off x="2569595" y="5445627"/>
            <a:ext cx="7052811" cy="563479"/>
            <a:chOff x="1569453" y="5445627"/>
            <a:chExt cx="7052811" cy="563479"/>
          </a:xfrm>
        </p:grpSpPr>
        <p:pic>
          <p:nvPicPr>
            <p:cNvPr id="3" name="Imagen 2">
              <a:extLst>
                <a:ext uri="{FF2B5EF4-FFF2-40B4-BE49-F238E27FC236}">
                  <a16:creationId xmlns:a16="http://schemas.microsoft.com/office/drawing/2014/main" id="{5C7F6159-27FC-D37D-6948-67F8EE366ACB}"/>
                </a:ext>
              </a:extLst>
            </p:cNvPr>
            <p:cNvPicPr>
              <a:picLocks noChangeAspect="1"/>
            </p:cNvPicPr>
            <p:nvPr userDrawn="1"/>
          </p:nvPicPr>
          <p:blipFill>
            <a:blip r:embed="rId2"/>
            <a:stretch>
              <a:fillRect/>
            </a:stretch>
          </p:blipFill>
          <p:spPr>
            <a:xfrm>
              <a:off x="3569736" y="5445627"/>
              <a:ext cx="5052528" cy="563479"/>
            </a:xfrm>
            <a:prstGeom prst="rect">
              <a:avLst/>
            </a:prstGeom>
          </p:spPr>
        </p:pic>
        <p:pic>
          <p:nvPicPr>
            <p:cNvPr id="4" name="Imagen 3">
              <a:extLst>
                <a:ext uri="{FF2B5EF4-FFF2-40B4-BE49-F238E27FC236}">
                  <a16:creationId xmlns:a16="http://schemas.microsoft.com/office/drawing/2014/main" id="{3051E8F7-021B-497B-A676-8142240D8E84}"/>
                </a:ext>
              </a:extLst>
            </p:cNvPr>
            <p:cNvPicPr>
              <a:picLocks noChangeAspect="1"/>
            </p:cNvPicPr>
            <p:nvPr userDrawn="1"/>
          </p:nvPicPr>
          <p:blipFill>
            <a:blip r:embed="rId3"/>
            <a:stretch>
              <a:fillRect/>
            </a:stretch>
          </p:blipFill>
          <p:spPr>
            <a:xfrm>
              <a:off x="1569453" y="5505450"/>
              <a:ext cx="1331493" cy="443831"/>
            </a:xfrm>
            <a:prstGeom prst="rect">
              <a:avLst/>
            </a:prstGeom>
          </p:spPr>
        </p:pic>
      </p:grpSp>
      <p:pic>
        <p:nvPicPr>
          <p:cNvPr id="5" name="Imagen 4">
            <a:extLst>
              <a:ext uri="{FF2B5EF4-FFF2-40B4-BE49-F238E27FC236}">
                <a16:creationId xmlns:a16="http://schemas.microsoft.com/office/drawing/2014/main" id="{BA44E097-D359-D78B-4054-E34A9D1A9706}"/>
              </a:ext>
            </a:extLst>
          </p:cNvPr>
          <p:cNvPicPr>
            <a:picLocks noChangeAspect="1"/>
          </p:cNvPicPr>
          <p:nvPr userDrawn="1"/>
        </p:nvPicPr>
        <p:blipFill>
          <a:blip r:embed="rId4"/>
          <a:stretch>
            <a:fillRect/>
          </a:stretch>
        </p:blipFill>
        <p:spPr>
          <a:xfrm>
            <a:off x="4097179" y="2291644"/>
            <a:ext cx="3997641" cy="1296903"/>
          </a:xfrm>
          <a:prstGeom prst="rect">
            <a:avLst/>
          </a:prstGeom>
        </p:spPr>
      </p:pic>
    </p:spTree>
    <p:extLst>
      <p:ext uri="{BB962C8B-B14F-4D97-AF65-F5344CB8AC3E}">
        <p14:creationId xmlns:p14="http://schemas.microsoft.com/office/powerpoint/2010/main" val="30171720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5" Type="http://schemas.openxmlformats.org/officeDocument/2006/relationships/slideLayout" Target="../slideLayouts/slideLayout27.xml"/><Relationship Id="rId10" Type="http://schemas.openxmlformats.org/officeDocument/2006/relationships/theme" Target="../theme/theme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604031C-1D81-E945-A028-78780D1B7DE5}" type="datetimeFigureOut">
              <a:rPr lang="es-CL" smtClean="0"/>
              <a:t>23-01-2025</a:t>
            </a:fld>
            <a:endParaRPr lang="es-CL"/>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L"/>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BBEC0DC-B55F-A543-ADED-336BFEE3FCEB}" type="slidenum">
              <a:rPr lang="es-CL" smtClean="0"/>
              <a:t>‹Nº›</a:t>
            </a:fld>
            <a:endParaRPr lang="es-CL"/>
          </a:p>
        </p:txBody>
      </p:sp>
      <p:sp>
        <p:nvSpPr>
          <p:cNvPr id="8" name="CuadroTexto 7">
            <a:extLst>
              <a:ext uri="{FF2B5EF4-FFF2-40B4-BE49-F238E27FC236}">
                <a16:creationId xmlns:a16="http://schemas.microsoft.com/office/drawing/2014/main" id="{F07850E9-20AC-D76C-FBFF-C1CC006212AF}"/>
              </a:ext>
            </a:extLst>
          </p:cNvPr>
          <p:cNvSpPr txBox="1"/>
          <p:nvPr userDrawn="1">
            <p:extLst>
              <p:ext uri="{1162E1C5-73C7-4A58-AE30-91384D911F3F}">
                <p184:classification xmlns:p184="http://schemas.microsoft.com/office/powerpoint/2018/4/main" val="ftr"/>
              </p:ext>
            </p:extLst>
          </p:nvPr>
        </p:nvSpPr>
        <p:spPr>
          <a:xfrm>
            <a:off x="63500" y="6642100"/>
            <a:ext cx="404813" cy="152400"/>
          </a:xfrm>
          <a:prstGeom prst="rect">
            <a:avLst/>
          </a:prstGeom>
        </p:spPr>
        <p:txBody>
          <a:bodyPr horzOverflow="overflow" lIns="0" tIns="0" rIns="0" bIns="0">
            <a:spAutoFit/>
          </a:bodyPr>
          <a:lstStyle/>
          <a:p>
            <a:pPr algn="l"/>
            <a:r>
              <a:rPr lang="es-CL" sz="1000">
                <a:solidFill>
                  <a:srgbClr val="000000"/>
                </a:solidFill>
                <a:latin typeface="Calibri" panose="020F0502020204030204" pitchFamily="34" charset="0"/>
                <a:ea typeface="Calibri" panose="020F0502020204030204" pitchFamily="34" charset="0"/>
                <a:cs typeface="Calibri" panose="020F0502020204030204" pitchFamily="34" charset="0"/>
              </a:rPr>
              <a:t>Interna</a:t>
            </a:r>
          </a:p>
        </p:txBody>
      </p:sp>
    </p:spTree>
    <p:extLst>
      <p:ext uri="{BB962C8B-B14F-4D97-AF65-F5344CB8AC3E}">
        <p14:creationId xmlns:p14="http://schemas.microsoft.com/office/powerpoint/2010/main" val="3921187035"/>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698" r:id="rId13"/>
    <p:sldLayoutId id="2147483699" r:id="rId14"/>
    <p:sldLayoutId id="2147483701" r:id="rId15"/>
    <p:sldLayoutId id="2147483702" r:id="rId16"/>
    <p:sldLayoutId id="2147483704" r:id="rId17"/>
    <p:sldLayoutId id="2147483705" r:id="rId18"/>
    <p:sldLayoutId id="2147483706" r:id="rId19"/>
    <p:sldLayoutId id="2147483707" r:id="rId20"/>
    <p:sldLayoutId id="2147483708" r:id="rId21"/>
    <p:sldLayoutId id="2147483709" r:id="rId2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978C4651-2B5D-EA62-AC04-17BFDE1E2A4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dirty="0"/>
              <a:t>Haz clic para modificar el estilo de título del patrón</a:t>
            </a:r>
            <a:endParaRPr lang="es-CL" dirty="0"/>
          </a:p>
        </p:txBody>
      </p:sp>
      <p:sp>
        <p:nvSpPr>
          <p:cNvPr id="3" name="Marcador de texto 2">
            <a:extLst>
              <a:ext uri="{FF2B5EF4-FFF2-40B4-BE49-F238E27FC236}">
                <a16:creationId xmlns:a16="http://schemas.microsoft.com/office/drawing/2014/main" id="{B594B6F9-D351-5B1B-2766-68737957A6F8}"/>
              </a:ext>
            </a:extLst>
          </p:cNvPr>
          <p:cNvSpPr>
            <a:spLocks noGrp="1"/>
          </p:cNvSpPr>
          <p:nvPr>
            <p:ph type="body" idx="1"/>
          </p:nvPr>
        </p:nvSpPr>
        <p:spPr>
          <a:xfrm>
            <a:off x="838200" y="1825625"/>
            <a:ext cx="10515600" cy="4351339"/>
          </a:xfrm>
          <a:prstGeom prst="rect">
            <a:avLst/>
          </a:prstGeom>
        </p:spPr>
        <p:txBody>
          <a:bodyPr vert="horz" lIns="91440" tIns="45720" rIns="91440" bIns="45720" rtlCol="0">
            <a:normAutofit/>
          </a:bodyPr>
          <a:lstStyle/>
          <a:p>
            <a:pPr lvl="0"/>
            <a:r>
              <a:rPr lang="es-MX" dirty="0"/>
              <a:t>Haga clic para modificar los estilos de texto del patrón</a:t>
            </a:r>
          </a:p>
          <a:p>
            <a:pPr lvl="1"/>
            <a:r>
              <a:rPr lang="es-MX" dirty="0"/>
              <a:t>Segundo nivel</a:t>
            </a:r>
          </a:p>
          <a:p>
            <a:pPr lvl="2"/>
            <a:r>
              <a:rPr lang="es-MX" dirty="0"/>
              <a:t>Tercer nivel</a:t>
            </a:r>
          </a:p>
          <a:p>
            <a:pPr lvl="3"/>
            <a:r>
              <a:rPr lang="es-MX" dirty="0"/>
              <a:t>Cuarto nivel</a:t>
            </a:r>
          </a:p>
          <a:p>
            <a:pPr lvl="4"/>
            <a:r>
              <a:rPr lang="es-MX" dirty="0"/>
              <a:t>Quinto nivel</a:t>
            </a:r>
            <a:endParaRPr lang="es-CL" dirty="0"/>
          </a:p>
        </p:txBody>
      </p:sp>
      <p:sp>
        <p:nvSpPr>
          <p:cNvPr id="4" name="Marcador de fecha 3">
            <a:extLst>
              <a:ext uri="{FF2B5EF4-FFF2-40B4-BE49-F238E27FC236}">
                <a16:creationId xmlns:a16="http://schemas.microsoft.com/office/drawing/2014/main" id="{22B60EAB-2F87-323A-DB12-7A3211AAE1BB}"/>
              </a:ext>
            </a:extLst>
          </p:cNvPr>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604031C-1D81-E945-A028-78780D1B7DE5}" type="datetimeFigureOut">
              <a:rPr lang="es-CL" smtClean="0"/>
              <a:t>23-01-2025</a:t>
            </a:fld>
            <a:endParaRPr lang="es-CL"/>
          </a:p>
        </p:txBody>
      </p:sp>
      <p:sp>
        <p:nvSpPr>
          <p:cNvPr id="5" name="Marcador de pie de página 4">
            <a:extLst>
              <a:ext uri="{FF2B5EF4-FFF2-40B4-BE49-F238E27FC236}">
                <a16:creationId xmlns:a16="http://schemas.microsoft.com/office/drawing/2014/main" id="{F31700A7-BE34-6E4B-B14E-9AFE52C9C7A7}"/>
              </a:ext>
            </a:extLst>
          </p:cNvPr>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L"/>
          </a:p>
        </p:txBody>
      </p:sp>
      <p:sp>
        <p:nvSpPr>
          <p:cNvPr id="6" name="Marcador de número de diapositiva 5">
            <a:extLst>
              <a:ext uri="{FF2B5EF4-FFF2-40B4-BE49-F238E27FC236}">
                <a16:creationId xmlns:a16="http://schemas.microsoft.com/office/drawing/2014/main" id="{349A16B8-55E4-4139-4DE1-4DF901B444BC}"/>
              </a:ext>
            </a:extLst>
          </p:cNvPr>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BBEC0DC-B55F-A543-ADED-336BFEE3FCEB}" type="slidenum">
              <a:rPr lang="es-CL" smtClean="0"/>
              <a:t>‹Nº›</a:t>
            </a:fld>
            <a:endParaRPr lang="es-CL"/>
          </a:p>
        </p:txBody>
      </p:sp>
      <p:sp>
        <p:nvSpPr>
          <p:cNvPr id="8" name="CuadroTexto 7">
            <a:extLst>
              <a:ext uri="{FF2B5EF4-FFF2-40B4-BE49-F238E27FC236}">
                <a16:creationId xmlns:a16="http://schemas.microsoft.com/office/drawing/2014/main" id="{84C31982-3AFF-6261-4FAC-225BEA26A1CF}"/>
              </a:ext>
            </a:extLst>
          </p:cNvPr>
          <p:cNvSpPr txBox="1"/>
          <p:nvPr userDrawn="1">
            <p:extLst>
              <p:ext uri="{1162E1C5-73C7-4A58-AE30-91384D911F3F}">
                <p184:classification xmlns:p184="http://schemas.microsoft.com/office/powerpoint/2018/4/main" val="ftr"/>
              </p:ext>
            </p:extLst>
          </p:nvPr>
        </p:nvSpPr>
        <p:spPr>
          <a:xfrm>
            <a:off x="63500" y="6642100"/>
            <a:ext cx="404813" cy="152400"/>
          </a:xfrm>
          <a:prstGeom prst="rect">
            <a:avLst/>
          </a:prstGeom>
        </p:spPr>
        <p:txBody>
          <a:bodyPr horzOverflow="overflow" lIns="0" tIns="0" rIns="0" bIns="0">
            <a:spAutoFit/>
          </a:bodyPr>
          <a:lstStyle/>
          <a:p>
            <a:pPr algn="l"/>
            <a:r>
              <a:rPr lang="es-CL" sz="1000">
                <a:solidFill>
                  <a:srgbClr val="000000"/>
                </a:solidFill>
                <a:latin typeface="Calibri" panose="020F0502020204030204" pitchFamily="34" charset="0"/>
                <a:ea typeface="Calibri" panose="020F0502020204030204" pitchFamily="34" charset="0"/>
                <a:cs typeface="Calibri" panose="020F0502020204030204" pitchFamily="34" charset="0"/>
              </a:rPr>
              <a:t>Interna</a:t>
            </a:r>
          </a:p>
        </p:txBody>
      </p:sp>
    </p:spTree>
    <p:extLst>
      <p:ext uri="{BB962C8B-B14F-4D97-AF65-F5344CB8AC3E}">
        <p14:creationId xmlns:p14="http://schemas.microsoft.com/office/powerpoint/2010/main" val="589783371"/>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1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1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6">
            <a:extLst>
              <a:ext uri="{FF2B5EF4-FFF2-40B4-BE49-F238E27FC236}">
                <a16:creationId xmlns:a16="http://schemas.microsoft.com/office/drawing/2014/main" id="{C723C2F1-8D41-3CCE-2801-2BC97E255B83}"/>
              </a:ext>
            </a:extLst>
          </p:cNvPr>
          <p:cNvSpPr>
            <a:spLocks noGrp="1"/>
          </p:cNvSpPr>
          <p:nvPr>
            <p:ph type="title"/>
          </p:nvPr>
        </p:nvSpPr>
        <p:spPr>
          <a:xfrm>
            <a:off x="6915808" y="2255047"/>
            <a:ext cx="3803843" cy="1306054"/>
          </a:xfrm>
        </p:spPr>
        <p:txBody>
          <a:bodyPr>
            <a:noAutofit/>
          </a:bodyPr>
          <a:lstStyle/>
          <a:p>
            <a:r>
              <a:rPr lang="es-MX" sz="2600" dirty="0">
                <a:solidFill>
                  <a:srgbClr val="FFFFFF"/>
                </a:solidFill>
                <a:latin typeface="Arial"/>
                <a:cs typeface="Arial"/>
              </a:rPr>
              <a:t>ANÁLISIS DE PATRONES DE ARQUITECTURA Y SUS COMBINACIONES</a:t>
            </a:r>
            <a:endParaRPr lang="es-ES" sz="2600"/>
          </a:p>
        </p:txBody>
      </p:sp>
      <p:sp>
        <p:nvSpPr>
          <p:cNvPr id="8" name="Subtítulo 2">
            <a:extLst>
              <a:ext uri="{FF2B5EF4-FFF2-40B4-BE49-F238E27FC236}">
                <a16:creationId xmlns:a16="http://schemas.microsoft.com/office/drawing/2014/main" id="{74C79772-4F2B-0631-AEB4-ED8B13764062}"/>
              </a:ext>
            </a:extLst>
          </p:cNvPr>
          <p:cNvSpPr>
            <a:spLocks noGrp="1"/>
          </p:cNvSpPr>
          <p:nvPr/>
        </p:nvSpPr>
        <p:spPr>
          <a:xfrm>
            <a:off x="5863141" y="4452399"/>
            <a:ext cx="5200967" cy="193899"/>
          </a:xfrm>
          <a:prstGeom prst="rect">
            <a:avLst/>
          </a:prstGeom>
        </p:spPr>
        <p:txBody>
          <a:bodyPr vert="horz" wrap="square" lIns="0" tIns="0" rIns="0" bIns="0" rtlCol="0" anchor="t">
            <a:spAutoFit/>
          </a:bodyPr>
          <a:lstStyle>
            <a:lvl1pPr marL="228594" indent="-228594" algn="l" defTabSz="914377" rtl="0" eaLnBrk="1" latinLnBrk="0" hangingPunct="1">
              <a:lnSpc>
                <a:spcPct val="90000"/>
              </a:lnSpc>
              <a:spcBef>
                <a:spcPts val="1000"/>
              </a:spcBef>
              <a:buFont typeface="Arial" panose="020B0604020202020204" pitchFamily="34" charset="0"/>
              <a:buChar char="•"/>
              <a:defRPr sz="2400" kern="1200">
                <a:solidFill>
                  <a:schemeClr val="bg1"/>
                </a:solidFill>
                <a:latin typeface="Arial" panose="020B0604020202020204" pitchFamily="34" charset="0"/>
                <a:ea typeface="+mn-ea"/>
                <a:cs typeface="Arial" panose="020B060402020202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s-ES" sz="1400" b="1" dirty="0">
                <a:latin typeface="Bierstadt Display"/>
                <a:cs typeface="Calibri"/>
              </a:rPr>
              <a:t>DSY1106</a:t>
            </a:r>
            <a:r>
              <a:rPr lang="es-ES" sz="1400" dirty="0">
                <a:latin typeface="Bierstadt Display"/>
                <a:cs typeface="Calibri"/>
              </a:rPr>
              <a:t> - </a:t>
            </a:r>
            <a:r>
              <a:rPr lang="es-ES" sz="1400" i="1" dirty="0">
                <a:latin typeface="Bierstadt Display"/>
                <a:cs typeface="Calibri"/>
              </a:rPr>
              <a:t>Desarrollo </a:t>
            </a:r>
            <a:r>
              <a:rPr lang="es-ES" sz="1400" i="1" err="1">
                <a:latin typeface="Bierstadt Display"/>
                <a:cs typeface="Calibri"/>
              </a:rPr>
              <a:t>Fullstack</a:t>
            </a:r>
            <a:r>
              <a:rPr lang="es-ES" sz="1400" i="1" dirty="0">
                <a:latin typeface="Bierstadt Display"/>
                <a:cs typeface="Calibri"/>
              </a:rPr>
              <a:t> III</a:t>
            </a:r>
          </a:p>
        </p:txBody>
      </p:sp>
    </p:spTree>
    <p:extLst>
      <p:ext uri="{BB962C8B-B14F-4D97-AF65-F5344CB8AC3E}">
        <p14:creationId xmlns:p14="http://schemas.microsoft.com/office/powerpoint/2010/main" val="1309201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5B68A13F-7B0B-4B42-0E11-B6970DE6104B}"/>
              </a:ext>
            </a:extLst>
          </p:cNvPr>
          <p:cNvSpPr>
            <a:spLocks noGrp="1"/>
          </p:cNvSpPr>
          <p:nvPr>
            <p:ph type="body" sz="quarter" idx="13"/>
          </p:nvPr>
        </p:nvSpPr>
        <p:spPr>
          <a:xfrm>
            <a:off x="921880" y="382807"/>
            <a:ext cx="4916775" cy="469685"/>
          </a:xfrm>
        </p:spPr>
        <p:txBody>
          <a:bodyPr vert="horz" lIns="91440" tIns="45720" rIns="91440" bIns="45720" rtlCol="0" anchor="t">
            <a:noAutofit/>
          </a:bodyPr>
          <a:lstStyle/>
          <a:p>
            <a:pPr marL="0" indent="0">
              <a:buNone/>
            </a:pPr>
            <a:r>
              <a:rPr lang="es-CL" dirty="0">
                <a:latin typeface="Aptos"/>
                <a:cs typeface="Arial"/>
              </a:rPr>
              <a:t>Introducción</a:t>
            </a:r>
          </a:p>
          <a:p>
            <a:pPr marL="0" indent="0">
              <a:buNone/>
            </a:pPr>
            <a:endParaRPr lang="es-CL" dirty="0"/>
          </a:p>
        </p:txBody>
      </p:sp>
      <p:sp>
        <p:nvSpPr>
          <p:cNvPr id="3" name="Marcador de texto 2">
            <a:extLst>
              <a:ext uri="{FF2B5EF4-FFF2-40B4-BE49-F238E27FC236}">
                <a16:creationId xmlns:a16="http://schemas.microsoft.com/office/drawing/2014/main" id="{E4EF0026-D2A1-FEC2-6E09-DE4B8D3DE528}"/>
              </a:ext>
            </a:extLst>
          </p:cNvPr>
          <p:cNvSpPr>
            <a:spLocks noGrp="1"/>
          </p:cNvSpPr>
          <p:nvPr>
            <p:ph type="body" sz="quarter" idx="14"/>
          </p:nvPr>
        </p:nvSpPr>
        <p:spPr>
          <a:xfrm>
            <a:off x="769365" y="1247390"/>
            <a:ext cx="10656855" cy="4007635"/>
          </a:xfrm>
        </p:spPr>
        <p:txBody>
          <a:bodyPr vert="horz" lIns="91440" tIns="45720" rIns="91440" bIns="45720" rtlCol="0" anchor="t">
            <a:noAutofit/>
          </a:bodyPr>
          <a:lstStyle/>
          <a:p>
            <a:pPr marL="0" indent="0" algn="just">
              <a:buNone/>
            </a:pPr>
            <a:r>
              <a:rPr lang="es-MX" sz="2200" dirty="0">
                <a:latin typeface="Aptos"/>
                <a:cs typeface="Arial"/>
              </a:rPr>
              <a:t>Un patrón de arquitectura define la estructura de un sistema y sus interacciones clave. La elección del patrón impacta directamente en la </a:t>
            </a:r>
            <a:r>
              <a:rPr lang="es-MX" sz="2200" b="1" dirty="0">
                <a:solidFill>
                  <a:srgbClr val="4E7CDD"/>
                </a:solidFill>
                <a:latin typeface="Aptos"/>
                <a:cs typeface="Arial"/>
              </a:rPr>
              <a:t>escalabilidad, flexibilidad y mantenimiento</a:t>
            </a:r>
            <a:r>
              <a:rPr lang="es-MX" sz="2200" dirty="0">
                <a:latin typeface="Aptos"/>
                <a:cs typeface="Arial"/>
              </a:rPr>
              <a:t> del sistema. En esta sesión, exploraremos patrones monolíticos y basados en microservicios, analizando sus beneficios y limitaciones.</a:t>
            </a:r>
          </a:p>
        </p:txBody>
      </p:sp>
      <p:pic>
        <p:nvPicPr>
          <p:cNvPr id="4" name="Imagen 3" descr="Comparación entre la arquitectura monolítica y la arquitectura de  microservicios">
            <a:extLst>
              <a:ext uri="{FF2B5EF4-FFF2-40B4-BE49-F238E27FC236}">
                <a16:creationId xmlns:a16="http://schemas.microsoft.com/office/drawing/2014/main" id="{DED9E022-C7B3-AC3E-2F98-DAF6D438ECF0}"/>
              </a:ext>
            </a:extLst>
          </p:cNvPr>
          <p:cNvPicPr>
            <a:picLocks noChangeAspect="1"/>
          </p:cNvPicPr>
          <p:nvPr/>
        </p:nvPicPr>
        <p:blipFill>
          <a:blip r:embed="rId3"/>
          <a:stretch>
            <a:fillRect/>
          </a:stretch>
        </p:blipFill>
        <p:spPr>
          <a:xfrm>
            <a:off x="3051958" y="2443219"/>
            <a:ext cx="6018810" cy="3911199"/>
          </a:xfrm>
          <a:prstGeom prst="rect">
            <a:avLst/>
          </a:prstGeom>
        </p:spPr>
      </p:pic>
    </p:spTree>
    <p:extLst>
      <p:ext uri="{BB962C8B-B14F-4D97-AF65-F5344CB8AC3E}">
        <p14:creationId xmlns:p14="http://schemas.microsoft.com/office/powerpoint/2010/main" val="42752312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0FBB4C7-D01B-3BCB-C12A-831C92914206}"/>
              </a:ext>
            </a:extLst>
          </p:cNvPr>
          <p:cNvSpPr>
            <a:spLocks noGrp="1"/>
          </p:cNvSpPr>
          <p:nvPr>
            <p:ph type="title"/>
          </p:nvPr>
        </p:nvSpPr>
        <p:spPr>
          <a:xfrm>
            <a:off x="7973612" y="2792301"/>
            <a:ext cx="3498501" cy="1627331"/>
          </a:xfrm>
        </p:spPr>
        <p:txBody>
          <a:bodyPr>
            <a:normAutofit/>
          </a:bodyPr>
          <a:lstStyle/>
          <a:p>
            <a:pPr algn="ctr"/>
            <a:r>
              <a:rPr lang="es-CL" dirty="0">
                <a:latin typeface="Arial"/>
                <a:cs typeface="Arial"/>
              </a:rPr>
              <a:t>PATRONES DE ARQUITECTURA COMUNES</a:t>
            </a:r>
            <a:endParaRPr lang="es-CL" dirty="0"/>
          </a:p>
        </p:txBody>
      </p:sp>
    </p:spTree>
    <p:extLst>
      <p:ext uri="{BB962C8B-B14F-4D97-AF65-F5344CB8AC3E}">
        <p14:creationId xmlns:p14="http://schemas.microsoft.com/office/powerpoint/2010/main" val="21861854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p:cNvSpPr>
            <a:spLocks noGrp="1"/>
          </p:cNvSpPr>
          <p:nvPr>
            <p:ph type="title" idx="4294967295"/>
          </p:nvPr>
        </p:nvSpPr>
        <p:spPr>
          <a:xfrm>
            <a:off x="977900" y="100542"/>
            <a:ext cx="10769600" cy="1143000"/>
          </a:xfrm>
        </p:spPr>
        <p:txBody>
          <a:bodyPr>
            <a:normAutofit/>
          </a:bodyPr>
          <a:lstStyle/>
          <a:p>
            <a:r>
              <a:rPr lang="es-ES" sz="3200" b="1" dirty="0">
                <a:latin typeface="Aptos"/>
              </a:rPr>
              <a:t>Arquitectura Monolítica</a:t>
            </a:r>
          </a:p>
        </p:txBody>
      </p:sp>
      <p:sp>
        <p:nvSpPr>
          <p:cNvPr id="3" name="Rectangle 3">
            <a:extLst>
              <a:ext uri="{FF2B5EF4-FFF2-40B4-BE49-F238E27FC236}">
                <a16:creationId xmlns:a16="http://schemas.microsoft.com/office/drawing/2014/main" id="{8B7A01D4-C863-BE71-D42B-A6CAC2246C23}"/>
              </a:ext>
            </a:extLst>
          </p:cNvPr>
          <p:cNvSpPr>
            <a:spLocks noGrp="1" noChangeArrowheads="1"/>
          </p:cNvSpPr>
          <p:nvPr>
            <p:ph type="body" sz="quarter" idx="13"/>
          </p:nvPr>
        </p:nvSpPr>
        <p:spPr>
          <a:xfrm>
            <a:off x="977250" y="1714881"/>
            <a:ext cx="5467106" cy="3106839"/>
          </a:xfrm>
        </p:spPr>
        <p:txBody>
          <a:bodyPr vert="horz" lIns="91440" tIns="45720" rIns="91440" bIns="45720" rtlCol="0" anchor="t">
            <a:noAutofit/>
          </a:bodyPr>
          <a:lstStyle/>
          <a:p>
            <a:pPr>
              <a:lnSpc>
                <a:spcPct val="120000"/>
              </a:lnSpc>
            </a:pPr>
            <a:r>
              <a:rPr lang="es-MX" sz="1800" b="0" dirty="0">
                <a:latin typeface="Aptos"/>
                <a:cs typeface="Arial"/>
              </a:rPr>
              <a:t>Un solo despliegue para todo el sistema.</a:t>
            </a:r>
          </a:p>
          <a:p>
            <a:pPr>
              <a:lnSpc>
                <a:spcPct val="120000"/>
              </a:lnSpc>
            </a:pPr>
            <a:r>
              <a:rPr lang="es-MX" sz="1800" b="0" dirty="0">
                <a:latin typeface="Aptos"/>
                <a:cs typeface="Arial"/>
              </a:rPr>
              <a:t>Simplicidad en el desarrollo y pruebas.</a:t>
            </a:r>
          </a:p>
          <a:p>
            <a:pPr>
              <a:lnSpc>
                <a:spcPct val="120000"/>
              </a:lnSpc>
            </a:pPr>
            <a:r>
              <a:rPr lang="es-MX" sz="1800" b="0" dirty="0">
                <a:latin typeface="Aptos"/>
                <a:cs typeface="Arial"/>
              </a:rPr>
              <a:t>Riesgo de alta dependencia entre componentes.</a:t>
            </a:r>
          </a:p>
          <a:p>
            <a:pPr>
              <a:lnSpc>
                <a:spcPct val="120000"/>
              </a:lnSpc>
            </a:pPr>
            <a:r>
              <a:rPr lang="es-MX" sz="1800" b="0" dirty="0">
                <a:latin typeface="Aptos"/>
                <a:cs typeface="Arial"/>
              </a:rPr>
              <a:t>Escalabilidad limitada a nivel de sistema completo.</a:t>
            </a:r>
          </a:p>
          <a:p>
            <a:pPr marL="0" indent="0" algn="just">
              <a:buNone/>
            </a:pPr>
            <a:endParaRPr lang="es-AR" sz="1800" b="0" dirty="0">
              <a:latin typeface="Aptos"/>
              <a:cs typeface="Arial"/>
            </a:endParaRPr>
          </a:p>
          <a:p>
            <a:pPr marL="0" indent="0">
              <a:lnSpc>
                <a:spcPct val="100000"/>
              </a:lnSpc>
              <a:buNone/>
            </a:pPr>
            <a:r>
              <a:rPr lang="es-MX" sz="1800" i="1" dirty="0">
                <a:latin typeface="Aptos"/>
                <a:cs typeface="Arial"/>
              </a:rPr>
              <a:t>Ejemplo típico: </a:t>
            </a:r>
            <a:r>
              <a:rPr lang="es-MX" sz="1800" b="0" i="1" dirty="0">
                <a:latin typeface="Aptos"/>
                <a:cs typeface="Arial"/>
              </a:rPr>
              <a:t>Aplicaciones monolíticas tradicionales que combinan lógica de negocio, presentación y datos en un único bloque.</a:t>
            </a:r>
          </a:p>
        </p:txBody>
      </p:sp>
      <p:pic>
        <p:nvPicPr>
          <p:cNvPr id="4" name="Imagen 3" descr="Arquitectura monolítica, ¿Obsoleta? – Una huella en TI">
            <a:extLst>
              <a:ext uri="{FF2B5EF4-FFF2-40B4-BE49-F238E27FC236}">
                <a16:creationId xmlns:a16="http://schemas.microsoft.com/office/drawing/2014/main" id="{25A75E69-FB20-B258-7415-3E5E2E78269D}"/>
              </a:ext>
            </a:extLst>
          </p:cNvPr>
          <p:cNvPicPr>
            <a:picLocks noChangeAspect="1"/>
          </p:cNvPicPr>
          <p:nvPr/>
        </p:nvPicPr>
        <p:blipFill>
          <a:blip r:embed="rId3"/>
          <a:stretch>
            <a:fillRect/>
          </a:stretch>
        </p:blipFill>
        <p:spPr>
          <a:xfrm>
            <a:off x="7370866" y="521493"/>
            <a:ext cx="3819978" cy="5370623"/>
          </a:xfrm>
          <a:prstGeom prst="rect">
            <a:avLst/>
          </a:prstGeom>
        </p:spPr>
      </p:pic>
    </p:spTree>
    <p:extLst>
      <p:ext uri="{BB962C8B-B14F-4D97-AF65-F5344CB8AC3E}">
        <p14:creationId xmlns:p14="http://schemas.microsoft.com/office/powerpoint/2010/main" val="19158626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2ACFD-CE0E-450A-62D8-115B4CEBB8C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A6414A0-EDA9-75FE-B826-6DB360ABAA45}"/>
              </a:ext>
            </a:extLst>
          </p:cNvPr>
          <p:cNvSpPr>
            <a:spLocks noGrp="1"/>
          </p:cNvSpPr>
          <p:nvPr>
            <p:ph type="title" idx="4294967295"/>
          </p:nvPr>
        </p:nvSpPr>
        <p:spPr>
          <a:xfrm>
            <a:off x="977900" y="100542"/>
            <a:ext cx="10769600" cy="1143000"/>
          </a:xfrm>
        </p:spPr>
        <p:txBody>
          <a:bodyPr>
            <a:normAutofit/>
          </a:bodyPr>
          <a:lstStyle/>
          <a:p>
            <a:r>
              <a:rPr lang="es-ES" sz="3200" b="1" dirty="0">
                <a:latin typeface="Aptos"/>
              </a:rPr>
              <a:t>Arquitectura Monolítica</a:t>
            </a:r>
          </a:p>
        </p:txBody>
      </p:sp>
      <p:graphicFrame>
        <p:nvGraphicFramePr>
          <p:cNvPr id="6" name="Diagrama 5">
            <a:extLst>
              <a:ext uri="{FF2B5EF4-FFF2-40B4-BE49-F238E27FC236}">
                <a16:creationId xmlns:a16="http://schemas.microsoft.com/office/drawing/2014/main" id="{59CFCFB9-BBAF-D908-2C18-9B96B04126E5}"/>
              </a:ext>
              <a:ext uri="{C183D7F6-B498-43B3-948B-1728B52AA6E4}">
                <adec:decorative xmlns:adec="http://schemas.microsoft.com/office/drawing/2017/decorative" val="1"/>
              </a:ext>
            </a:extLst>
          </p:cNvPr>
          <p:cNvGraphicFramePr/>
          <p:nvPr>
            <p:extLst>
              <p:ext uri="{D42A27DB-BD31-4B8C-83A1-F6EECF244321}">
                <p14:modId xmlns:p14="http://schemas.microsoft.com/office/powerpoint/2010/main" val="952672805"/>
              </p:ext>
            </p:extLst>
          </p:nvPr>
        </p:nvGraphicFramePr>
        <p:xfrm>
          <a:off x="1742680" y="1841500"/>
          <a:ext cx="8924626" cy="3479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84137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815D02D-56AE-8ABA-D896-431C2D75AFE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4E462DD-8C02-BBCA-2DFA-93AF2B1682F9}"/>
              </a:ext>
            </a:extLst>
          </p:cNvPr>
          <p:cNvSpPr>
            <a:spLocks noGrp="1"/>
          </p:cNvSpPr>
          <p:nvPr>
            <p:ph type="title" idx="4294967295"/>
          </p:nvPr>
        </p:nvSpPr>
        <p:spPr>
          <a:xfrm>
            <a:off x="971943" y="-594226"/>
            <a:ext cx="7929849" cy="1616203"/>
          </a:xfrm>
        </p:spPr>
        <p:txBody>
          <a:bodyPr vert="horz" lIns="91440" tIns="45720" rIns="91440" bIns="45720" rtlCol="0" anchor="b">
            <a:normAutofit/>
          </a:bodyPr>
          <a:lstStyle/>
          <a:p>
            <a:r>
              <a:rPr lang="en-US" sz="3200" b="1" kern="1200">
                <a:solidFill>
                  <a:schemeClr val="tx1"/>
                </a:solidFill>
                <a:latin typeface="+mj-lt"/>
                <a:ea typeface="+mj-ea"/>
                <a:cs typeface="+mj-cs"/>
              </a:rPr>
              <a:t>Arquitectura de Microservicios</a:t>
            </a:r>
          </a:p>
        </p:txBody>
      </p:sp>
      <p:sp>
        <p:nvSpPr>
          <p:cNvPr id="3" name="Rectangle 3">
            <a:extLst>
              <a:ext uri="{FF2B5EF4-FFF2-40B4-BE49-F238E27FC236}">
                <a16:creationId xmlns:a16="http://schemas.microsoft.com/office/drawing/2014/main" id="{63655CB2-E909-EA49-D311-A9DB19424EA8}"/>
              </a:ext>
            </a:extLst>
          </p:cNvPr>
          <p:cNvSpPr>
            <a:spLocks noGrp="1" noChangeArrowheads="1"/>
          </p:cNvSpPr>
          <p:nvPr>
            <p:ph type="body" sz="quarter" idx="13"/>
          </p:nvPr>
        </p:nvSpPr>
        <p:spPr>
          <a:xfrm>
            <a:off x="713407" y="1716139"/>
            <a:ext cx="3879154" cy="3405500"/>
          </a:xfrm>
        </p:spPr>
        <p:txBody>
          <a:bodyPr vert="horz" lIns="91440" tIns="45720" rIns="91440" bIns="45720" rtlCol="0" anchor="t">
            <a:noAutofit/>
          </a:bodyPr>
          <a:lstStyle/>
          <a:p>
            <a:r>
              <a:rPr lang="en-US" sz="1800" b="0" err="1">
                <a:latin typeface="+mn-lt"/>
                <a:cs typeface="+mn-cs"/>
              </a:rPr>
              <a:t>Servicios</a:t>
            </a:r>
            <a:r>
              <a:rPr lang="en-US" sz="1800" b="0" dirty="0">
                <a:latin typeface="+mn-lt"/>
                <a:cs typeface="+mn-cs"/>
              </a:rPr>
              <a:t> </a:t>
            </a:r>
            <a:r>
              <a:rPr lang="en-US" sz="1800" b="0" err="1">
                <a:latin typeface="+mn-lt"/>
                <a:cs typeface="+mn-cs"/>
              </a:rPr>
              <a:t>independientes</a:t>
            </a:r>
            <a:r>
              <a:rPr lang="en-US" sz="1800" b="0" dirty="0">
                <a:latin typeface="+mn-lt"/>
                <a:cs typeface="+mn-cs"/>
              </a:rPr>
              <a:t> y </a:t>
            </a:r>
            <a:r>
              <a:rPr lang="en-US" sz="1800" b="0" err="1">
                <a:latin typeface="+mn-lt"/>
                <a:cs typeface="+mn-cs"/>
              </a:rPr>
              <a:t>desplegables</a:t>
            </a:r>
            <a:r>
              <a:rPr lang="en-US" sz="1800" b="0" dirty="0">
                <a:latin typeface="+mn-lt"/>
                <a:cs typeface="+mn-cs"/>
              </a:rPr>
              <a:t> de forma </a:t>
            </a:r>
            <a:r>
              <a:rPr lang="en-US" sz="1800" b="0" err="1">
                <a:latin typeface="+mn-lt"/>
                <a:cs typeface="+mn-cs"/>
              </a:rPr>
              <a:t>autónoma</a:t>
            </a:r>
            <a:r>
              <a:rPr lang="en-US" sz="1800" b="0" dirty="0">
                <a:latin typeface="+mn-lt"/>
                <a:cs typeface="+mn-cs"/>
              </a:rPr>
              <a:t>.</a:t>
            </a:r>
          </a:p>
          <a:p>
            <a:r>
              <a:rPr lang="en-US" sz="1800" b="0" err="1">
                <a:latin typeface="+mn-lt"/>
                <a:cs typeface="+mn-cs"/>
              </a:rPr>
              <a:t>Altamente</a:t>
            </a:r>
            <a:r>
              <a:rPr lang="en-US" sz="1800" b="0" dirty="0">
                <a:latin typeface="+mn-lt"/>
                <a:cs typeface="+mn-cs"/>
              </a:rPr>
              <a:t> </a:t>
            </a:r>
            <a:r>
              <a:rPr lang="en-US" sz="1800" b="0" err="1">
                <a:latin typeface="+mn-lt"/>
                <a:cs typeface="+mn-cs"/>
              </a:rPr>
              <a:t>escalable</a:t>
            </a:r>
            <a:r>
              <a:rPr lang="en-US" sz="1800" b="0" dirty="0">
                <a:latin typeface="+mn-lt"/>
                <a:cs typeface="+mn-cs"/>
              </a:rPr>
              <a:t> y adaptable.</a:t>
            </a:r>
          </a:p>
          <a:p>
            <a:r>
              <a:rPr lang="en-US" sz="1800" b="0" err="1">
                <a:latin typeface="+mn-lt"/>
                <a:cs typeface="+mn-cs"/>
              </a:rPr>
              <a:t>Complejidad</a:t>
            </a:r>
            <a:r>
              <a:rPr lang="en-US" sz="1800" b="0" dirty="0">
                <a:latin typeface="+mn-lt"/>
                <a:cs typeface="+mn-cs"/>
              </a:rPr>
              <a:t> mayor </a:t>
            </a:r>
            <a:r>
              <a:rPr lang="en-US" sz="1800" b="0" err="1">
                <a:latin typeface="+mn-lt"/>
                <a:cs typeface="+mn-cs"/>
              </a:rPr>
              <a:t>en</a:t>
            </a:r>
            <a:r>
              <a:rPr lang="en-US" sz="1800" b="0" dirty="0">
                <a:latin typeface="+mn-lt"/>
                <a:cs typeface="+mn-cs"/>
              </a:rPr>
              <a:t> </a:t>
            </a:r>
            <a:r>
              <a:rPr lang="en-US" sz="1800" b="0" err="1">
                <a:latin typeface="+mn-lt"/>
                <a:cs typeface="+mn-cs"/>
              </a:rPr>
              <a:t>comunicación</a:t>
            </a:r>
            <a:r>
              <a:rPr lang="en-US" sz="1800" b="0" dirty="0">
                <a:latin typeface="+mn-lt"/>
                <a:cs typeface="+mn-cs"/>
              </a:rPr>
              <a:t> y </a:t>
            </a:r>
            <a:r>
              <a:rPr lang="en-US" sz="1800" b="0" err="1">
                <a:latin typeface="+mn-lt"/>
                <a:cs typeface="+mn-cs"/>
              </a:rPr>
              <a:t>monitoreo</a:t>
            </a:r>
            <a:r>
              <a:rPr lang="en-US" sz="1800" b="0" dirty="0">
                <a:latin typeface="+mn-lt"/>
                <a:cs typeface="+mn-cs"/>
              </a:rPr>
              <a:t>.</a:t>
            </a:r>
          </a:p>
          <a:p>
            <a:r>
              <a:rPr lang="en-US" sz="1800" b="0" dirty="0">
                <a:latin typeface="+mn-lt"/>
                <a:cs typeface="+mn-cs"/>
              </a:rPr>
              <a:t>Diseñado para </a:t>
            </a:r>
            <a:r>
              <a:rPr lang="en-US" sz="1800" b="0" err="1">
                <a:latin typeface="+mn-lt"/>
                <a:cs typeface="+mn-cs"/>
              </a:rPr>
              <a:t>reflejar</a:t>
            </a:r>
            <a:r>
              <a:rPr lang="en-US" sz="1800" b="0" dirty="0">
                <a:latin typeface="+mn-lt"/>
                <a:cs typeface="+mn-cs"/>
              </a:rPr>
              <a:t> </a:t>
            </a:r>
            <a:r>
              <a:rPr lang="en-US" sz="1800" b="0" err="1">
                <a:latin typeface="+mn-lt"/>
                <a:cs typeface="+mn-cs"/>
              </a:rPr>
              <a:t>dominios</a:t>
            </a:r>
            <a:r>
              <a:rPr lang="en-US" sz="1800" b="0" dirty="0">
                <a:latin typeface="+mn-lt"/>
                <a:cs typeface="+mn-cs"/>
              </a:rPr>
              <a:t> de </a:t>
            </a:r>
            <a:r>
              <a:rPr lang="en-US" sz="1800" b="0" err="1">
                <a:latin typeface="+mn-lt"/>
                <a:cs typeface="+mn-cs"/>
              </a:rPr>
              <a:t>negocio</a:t>
            </a:r>
            <a:r>
              <a:rPr lang="en-US" sz="1800" b="0" dirty="0">
                <a:latin typeface="+mn-lt"/>
                <a:cs typeface="+mn-cs"/>
              </a:rPr>
              <a:t> </a:t>
            </a:r>
            <a:r>
              <a:rPr lang="en-US" sz="1800" b="0" err="1">
                <a:latin typeface="+mn-lt"/>
                <a:cs typeface="+mn-cs"/>
              </a:rPr>
              <a:t>específicos</a:t>
            </a:r>
            <a:r>
              <a:rPr lang="en-US" sz="1800" b="0" dirty="0">
                <a:latin typeface="+mn-lt"/>
                <a:cs typeface="+mn-cs"/>
              </a:rPr>
              <a:t>.</a:t>
            </a:r>
          </a:p>
          <a:p>
            <a:pPr marL="0"/>
            <a:endParaRPr lang="en-US" sz="1800" b="0" dirty="0">
              <a:latin typeface="+mn-lt"/>
              <a:cs typeface="+mn-cs"/>
            </a:endParaRPr>
          </a:p>
          <a:p>
            <a:pPr marL="0" indent="0">
              <a:buNone/>
            </a:pPr>
            <a:r>
              <a:rPr lang="en-US" sz="1800" i="1" err="1">
                <a:latin typeface="+mn-lt"/>
                <a:cs typeface="+mn-cs"/>
              </a:rPr>
              <a:t>Ejemplo</a:t>
            </a:r>
            <a:r>
              <a:rPr lang="en-US" sz="1800" i="1" dirty="0">
                <a:latin typeface="+mn-lt"/>
                <a:cs typeface="+mn-cs"/>
              </a:rPr>
              <a:t> </a:t>
            </a:r>
            <a:r>
              <a:rPr lang="en-US" sz="1800" i="1" err="1">
                <a:latin typeface="+mn-lt"/>
                <a:cs typeface="+mn-cs"/>
              </a:rPr>
              <a:t>típico</a:t>
            </a:r>
            <a:r>
              <a:rPr lang="en-US" sz="1800" i="1" dirty="0">
                <a:latin typeface="+mn-lt"/>
                <a:cs typeface="+mn-cs"/>
              </a:rPr>
              <a:t>: </a:t>
            </a:r>
            <a:r>
              <a:rPr lang="en-US" sz="1800" b="0" i="1" dirty="0">
                <a:latin typeface="+mn-lt"/>
                <a:cs typeface="+mn-cs"/>
              </a:rPr>
              <a:t>Un </a:t>
            </a:r>
            <a:r>
              <a:rPr lang="en-US" sz="1800" b="0" i="1" err="1">
                <a:latin typeface="+mn-lt"/>
                <a:cs typeface="+mn-cs"/>
              </a:rPr>
              <a:t>sistema</a:t>
            </a:r>
            <a:r>
              <a:rPr lang="en-US" sz="1800" b="0" i="1" dirty="0">
                <a:latin typeface="+mn-lt"/>
                <a:cs typeface="+mn-cs"/>
              </a:rPr>
              <a:t> de e-commerce con </a:t>
            </a:r>
            <a:r>
              <a:rPr lang="en-US" sz="1800" b="0" i="1" err="1">
                <a:latin typeface="+mn-lt"/>
                <a:cs typeface="+mn-cs"/>
              </a:rPr>
              <a:t>servicios</a:t>
            </a:r>
            <a:r>
              <a:rPr lang="en-US" sz="1800" b="0" i="1" dirty="0">
                <a:latin typeface="+mn-lt"/>
                <a:cs typeface="+mn-cs"/>
              </a:rPr>
              <a:t> </a:t>
            </a:r>
            <a:r>
              <a:rPr lang="en-US" sz="1800" b="0" i="1" err="1">
                <a:latin typeface="+mn-lt"/>
                <a:cs typeface="+mn-cs"/>
              </a:rPr>
              <a:t>separados</a:t>
            </a:r>
            <a:r>
              <a:rPr lang="en-US" sz="1800" b="0" i="1" dirty="0">
                <a:latin typeface="+mn-lt"/>
                <a:cs typeface="+mn-cs"/>
              </a:rPr>
              <a:t> para </a:t>
            </a:r>
            <a:r>
              <a:rPr lang="en-US" sz="1800" b="0" i="1" err="1">
                <a:latin typeface="+mn-lt"/>
                <a:cs typeface="+mn-cs"/>
              </a:rPr>
              <a:t>inventario</a:t>
            </a:r>
            <a:r>
              <a:rPr lang="en-US" sz="1800" b="0" i="1" dirty="0">
                <a:latin typeface="+mn-lt"/>
                <a:cs typeface="+mn-cs"/>
              </a:rPr>
              <a:t>, </a:t>
            </a:r>
            <a:r>
              <a:rPr lang="en-US" sz="1800" b="0" i="1" err="1">
                <a:latin typeface="+mn-lt"/>
                <a:cs typeface="+mn-cs"/>
              </a:rPr>
              <a:t>pedidos</a:t>
            </a:r>
            <a:r>
              <a:rPr lang="en-US" sz="1800" b="0" i="1" dirty="0">
                <a:latin typeface="+mn-lt"/>
                <a:cs typeface="+mn-cs"/>
              </a:rPr>
              <a:t> y </a:t>
            </a:r>
            <a:r>
              <a:rPr lang="en-US" sz="1800" b="0" i="1" err="1">
                <a:latin typeface="+mn-lt"/>
                <a:cs typeface="+mn-cs"/>
              </a:rPr>
              <a:t>usuarios</a:t>
            </a:r>
            <a:r>
              <a:rPr lang="en-US" sz="1800" b="0" i="1" dirty="0">
                <a:latin typeface="+mn-lt"/>
                <a:cs typeface="+mn-cs"/>
              </a:rPr>
              <a:t>.</a:t>
            </a:r>
          </a:p>
        </p:txBody>
      </p:sp>
      <p:pic>
        <p:nvPicPr>
          <p:cNvPr id="4" name="Imagen 3" descr="Azure: Arquitecturas para microservicios en .NET | Santimacnet">
            <a:extLst>
              <a:ext uri="{FF2B5EF4-FFF2-40B4-BE49-F238E27FC236}">
                <a16:creationId xmlns:a16="http://schemas.microsoft.com/office/drawing/2014/main" id="{52BAD195-A3B2-4EB0-E0F4-1A025FDDB780}"/>
              </a:ext>
            </a:extLst>
          </p:cNvPr>
          <p:cNvPicPr>
            <a:picLocks noChangeAspect="1"/>
          </p:cNvPicPr>
          <p:nvPr/>
        </p:nvPicPr>
        <p:blipFill>
          <a:blip r:embed="rId3"/>
          <a:stretch>
            <a:fillRect/>
          </a:stretch>
        </p:blipFill>
        <p:spPr>
          <a:xfrm>
            <a:off x="5336922" y="1740478"/>
            <a:ext cx="6389346" cy="3386353"/>
          </a:xfrm>
          <a:prstGeom prst="rect">
            <a:avLst/>
          </a:prstGeom>
        </p:spPr>
      </p:pic>
      <p:grpSp>
        <p:nvGrpSpPr>
          <p:cNvPr id="9" name="Group 8">
            <a:extLst>
              <a:ext uri="{FF2B5EF4-FFF2-40B4-BE49-F238E27FC236}">
                <a16:creationId xmlns:a16="http://schemas.microsoft.com/office/drawing/2014/main" id="{6258F736-B256-8039-9DC6-F4E49A5C5A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2068638" y="0"/>
            <a:ext cx="123362" cy="6858000"/>
            <a:chOff x="12068638" y="0"/>
            <a:chExt cx="123362" cy="6858000"/>
          </a:xfrm>
        </p:grpSpPr>
        <p:sp>
          <p:nvSpPr>
            <p:cNvPr id="10" name="Rectangle 9">
              <a:extLst>
                <a:ext uri="{FF2B5EF4-FFF2-40B4-BE49-F238E27FC236}">
                  <a16:creationId xmlns:a16="http://schemas.microsoft.com/office/drawing/2014/main" id="{10B4520A-996E-330C-99DA-69CA4D89E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C8FA945-E356-695F-18D6-CAD4EF34FE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8435378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E18E37-2005-2EB5-BC70-03EED16E06E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C0876AB-6919-FB08-1CA9-C2D274FDE00D}"/>
              </a:ext>
            </a:extLst>
          </p:cNvPr>
          <p:cNvSpPr>
            <a:spLocks noGrp="1"/>
          </p:cNvSpPr>
          <p:nvPr>
            <p:ph type="title" idx="4294967295"/>
          </p:nvPr>
        </p:nvSpPr>
        <p:spPr>
          <a:xfrm>
            <a:off x="977900" y="100542"/>
            <a:ext cx="10769600" cy="1143000"/>
          </a:xfrm>
        </p:spPr>
        <p:txBody>
          <a:bodyPr>
            <a:normAutofit/>
          </a:bodyPr>
          <a:lstStyle/>
          <a:p>
            <a:r>
              <a:rPr lang="es-ES" sz="3200" b="1" dirty="0">
                <a:latin typeface="Aptos"/>
              </a:rPr>
              <a:t>Arquitectura de Microservicios</a:t>
            </a:r>
          </a:p>
        </p:txBody>
      </p:sp>
      <p:graphicFrame>
        <p:nvGraphicFramePr>
          <p:cNvPr id="6" name="Diagrama 5">
            <a:extLst>
              <a:ext uri="{FF2B5EF4-FFF2-40B4-BE49-F238E27FC236}">
                <a16:creationId xmlns:a16="http://schemas.microsoft.com/office/drawing/2014/main" id="{1AAA913F-94DB-6522-B287-5CC9461D0392}"/>
              </a:ext>
              <a:ext uri="{C183D7F6-B498-43B3-948B-1728B52AA6E4}">
                <adec:decorative xmlns:adec="http://schemas.microsoft.com/office/drawing/2017/decorative" val="1"/>
              </a:ext>
            </a:extLst>
          </p:cNvPr>
          <p:cNvGraphicFramePr/>
          <p:nvPr>
            <p:extLst>
              <p:ext uri="{D42A27DB-BD31-4B8C-83A1-F6EECF244321}">
                <p14:modId xmlns:p14="http://schemas.microsoft.com/office/powerpoint/2010/main" val="961945600"/>
              </p:ext>
            </p:extLst>
          </p:nvPr>
        </p:nvGraphicFramePr>
        <p:xfrm>
          <a:off x="1277014" y="1619251"/>
          <a:ext cx="9644292" cy="394546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55926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F1AE9CF-38D1-4F89-5CBC-8467E17DD15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08469A9-2C11-D065-4F64-7ABFBACD9EF4}"/>
              </a:ext>
            </a:extLst>
          </p:cNvPr>
          <p:cNvSpPr>
            <a:spLocks noGrp="1"/>
          </p:cNvSpPr>
          <p:nvPr>
            <p:ph type="title" idx="4294967295"/>
          </p:nvPr>
        </p:nvSpPr>
        <p:spPr>
          <a:xfrm>
            <a:off x="1018207" y="-815266"/>
            <a:ext cx="10520649" cy="1616203"/>
          </a:xfrm>
        </p:spPr>
        <p:txBody>
          <a:bodyPr vert="horz" lIns="91440" tIns="45720" rIns="91440" bIns="45720" rtlCol="0" anchor="b">
            <a:normAutofit/>
          </a:bodyPr>
          <a:lstStyle/>
          <a:p>
            <a:r>
              <a:rPr lang="en-US" sz="2700" b="1" kern="1200">
                <a:solidFill>
                  <a:schemeClr val="tx1"/>
                </a:solidFill>
                <a:latin typeface="+mj-lt"/>
                <a:ea typeface="+mj-ea"/>
                <a:cs typeface="+mj-cs"/>
              </a:rPr>
              <a:t>Arquitectura Orientada a Eventos (Event-Driven Architecture)</a:t>
            </a:r>
          </a:p>
        </p:txBody>
      </p:sp>
      <p:sp>
        <p:nvSpPr>
          <p:cNvPr id="3" name="Rectangle 3">
            <a:extLst>
              <a:ext uri="{FF2B5EF4-FFF2-40B4-BE49-F238E27FC236}">
                <a16:creationId xmlns:a16="http://schemas.microsoft.com/office/drawing/2014/main" id="{62DEB8C7-9B8B-CCFB-D67A-82D9312E31CC}"/>
              </a:ext>
            </a:extLst>
          </p:cNvPr>
          <p:cNvSpPr>
            <a:spLocks noGrp="1" noChangeArrowheads="1"/>
          </p:cNvSpPr>
          <p:nvPr>
            <p:ph type="body" sz="quarter" idx="13"/>
          </p:nvPr>
        </p:nvSpPr>
        <p:spPr>
          <a:xfrm>
            <a:off x="580360" y="1432809"/>
            <a:ext cx="4344820" cy="3447832"/>
          </a:xfrm>
        </p:spPr>
        <p:txBody>
          <a:bodyPr vert="horz" lIns="91440" tIns="45720" rIns="91440" bIns="45720" rtlCol="0" anchor="t">
            <a:noAutofit/>
          </a:bodyPr>
          <a:lstStyle/>
          <a:p>
            <a:r>
              <a:rPr lang="en-US" sz="1800" b="0" err="1">
                <a:latin typeface="+mn-lt"/>
                <a:cs typeface="+mn-cs"/>
              </a:rPr>
              <a:t>Desacoplamiento</a:t>
            </a:r>
            <a:r>
              <a:rPr lang="en-US" sz="1800" b="0" dirty="0">
                <a:latin typeface="+mn-lt"/>
                <a:cs typeface="+mn-cs"/>
              </a:rPr>
              <a:t> de Componentes</a:t>
            </a:r>
          </a:p>
          <a:p>
            <a:r>
              <a:rPr lang="en-US" sz="1800" b="0" dirty="0">
                <a:latin typeface="+mn-lt"/>
                <a:cs typeface="+mn-cs"/>
              </a:rPr>
              <a:t>Procesamiento </a:t>
            </a:r>
            <a:r>
              <a:rPr lang="en-US" sz="1800" b="0" err="1">
                <a:latin typeface="+mn-lt"/>
                <a:cs typeface="+mn-cs"/>
              </a:rPr>
              <a:t>Asíncrono</a:t>
            </a:r>
            <a:endParaRPr lang="en-US" sz="1800" b="0">
              <a:latin typeface="+mn-lt"/>
              <a:cs typeface="+mn-cs"/>
            </a:endParaRPr>
          </a:p>
          <a:p>
            <a:r>
              <a:rPr lang="en-US" sz="1800" b="0" dirty="0" err="1">
                <a:latin typeface="+mn-lt"/>
                <a:cs typeface="+mn-cs"/>
              </a:rPr>
              <a:t>Escalabilidad</a:t>
            </a:r>
            <a:r>
              <a:rPr lang="en-US" sz="1800" b="0" dirty="0">
                <a:latin typeface="+mn-lt"/>
                <a:cs typeface="+mn-cs"/>
              </a:rPr>
              <a:t> </a:t>
            </a:r>
            <a:r>
              <a:rPr lang="en-US" sz="1800" b="0" dirty="0" err="1">
                <a:latin typeface="+mn-lt"/>
                <a:cs typeface="+mn-cs"/>
              </a:rPr>
              <a:t>Dinámica</a:t>
            </a:r>
            <a:endParaRPr lang="en-US" sz="1800" b="0" dirty="0">
              <a:latin typeface="+mn-lt"/>
              <a:cs typeface="+mn-cs"/>
            </a:endParaRPr>
          </a:p>
          <a:p>
            <a:r>
              <a:rPr lang="en-US" sz="1800" b="0" dirty="0" err="1">
                <a:latin typeface="+mn-lt"/>
                <a:cs typeface="+mn-cs"/>
              </a:rPr>
              <a:t>Flexibilidad</a:t>
            </a:r>
            <a:r>
              <a:rPr lang="en-US" sz="1800" b="0" dirty="0">
                <a:latin typeface="+mn-lt"/>
                <a:cs typeface="+mn-cs"/>
              </a:rPr>
              <a:t> y </a:t>
            </a:r>
            <a:r>
              <a:rPr lang="en-US" sz="1800" b="0" dirty="0" err="1">
                <a:latin typeface="+mn-lt"/>
                <a:cs typeface="+mn-cs"/>
              </a:rPr>
              <a:t>Adaptabilidad</a:t>
            </a:r>
            <a:endParaRPr lang="en-US" sz="1800" b="0" dirty="0">
              <a:latin typeface="+mn-lt"/>
              <a:cs typeface="+mn-cs"/>
            </a:endParaRPr>
          </a:p>
          <a:p>
            <a:pPr marL="0" indent="0">
              <a:buNone/>
            </a:pPr>
            <a:r>
              <a:rPr lang="en-US" sz="1800" i="1" dirty="0" err="1">
                <a:latin typeface="+mn-lt"/>
                <a:cs typeface="+mn-cs"/>
              </a:rPr>
              <a:t>Ejemplo</a:t>
            </a:r>
            <a:r>
              <a:rPr lang="en-US" sz="1800" i="1" dirty="0">
                <a:latin typeface="+mn-lt"/>
                <a:cs typeface="+mn-cs"/>
              </a:rPr>
              <a:t> </a:t>
            </a:r>
            <a:r>
              <a:rPr lang="en-US" sz="1800" i="1" dirty="0" err="1">
                <a:latin typeface="+mn-lt"/>
                <a:cs typeface="+mn-cs"/>
              </a:rPr>
              <a:t>típico</a:t>
            </a:r>
            <a:r>
              <a:rPr lang="en-US" sz="1800" i="1" dirty="0">
                <a:latin typeface="+mn-lt"/>
                <a:cs typeface="+mn-cs"/>
              </a:rPr>
              <a:t>:</a:t>
            </a:r>
            <a:r>
              <a:rPr lang="en-US" sz="1800" b="0" i="1" dirty="0">
                <a:latin typeface="+mn-lt"/>
                <a:cs typeface="+mn-cs"/>
              </a:rPr>
              <a:t> En </a:t>
            </a:r>
            <a:r>
              <a:rPr lang="en-US" sz="1800" b="0" i="1" dirty="0" err="1">
                <a:latin typeface="+mn-lt"/>
                <a:cs typeface="+mn-cs"/>
              </a:rPr>
              <a:t>una</a:t>
            </a:r>
            <a:r>
              <a:rPr lang="en-US" sz="1800" b="0" i="1" dirty="0">
                <a:latin typeface="+mn-lt"/>
                <a:cs typeface="+mn-cs"/>
              </a:rPr>
              <a:t> </a:t>
            </a:r>
            <a:r>
              <a:rPr lang="en-US" sz="1800" b="0" i="1" dirty="0" err="1">
                <a:latin typeface="+mn-lt"/>
                <a:cs typeface="+mn-cs"/>
              </a:rPr>
              <a:t>plataforma</a:t>
            </a:r>
            <a:r>
              <a:rPr lang="en-US" sz="1800" b="0" i="1" dirty="0">
                <a:latin typeface="+mn-lt"/>
                <a:cs typeface="+mn-cs"/>
              </a:rPr>
              <a:t> de </a:t>
            </a:r>
            <a:r>
              <a:rPr lang="en-US" sz="1800" b="0" i="1" dirty="0" err="1">
                <a:latin typeface="+mn-lt"/>
                <a:cs typeface="+mn-cs"/>
              </a:rPr>
              <a:t>comercio</a:t>
            </a:r>
            <a:r>
              <a:rPr lang="en-US" sz="1800" b="0" i="1" dirty="0">
                <a:latin typeface="+mn-lt"/>
                <a:cs typeface="+mn-cs"/>
              </a:rPr>
              <a:t> </a:t>
            </a:r>
            <a:r>
              <a:rPr lang="en-US" sz="1800" b="0" i="1" dirty="0" err="1">
                <a:latin typeface="+mn-lt"/>
                <a:cs typeface="+mn-cs"/>
              </a:rPr>
              <a:t>electrónico</a:t>
            </a:r>
            <a:r>
              <a:rPr lang="en-US" sz="1800" b="0" i="1" dirty="0">
                <a:latin typeface="+mn-lt"/>
                <a:cs typeface="+mn-cs"/>
              </a:rPr>
              <a:t>, </a:t>
            </a:r>
            <a:r>
              <a:rPr lang="en-US" sz="1800" b="0" i="1" dirty="0" err="1">
                <a:latin typeface="+mn-lt"/>
                <a:cs typeface="+mn-cs"/>
              </a:rPr>
              <a:t>diversos</a:t>
            </a:r>
            <a:r>
              <a:rPr lang="en-US" sz="1800" b="0" i="1" dirty="0">
                <a:latin typeface="+mn-lt"/>
                <a:cs typeface="+mn-cs"/>
              </a:rPr>
              <a:t> </a:t>
            </a:r>
            <a:r>
              <a:rPr lang="en-US" sz="1800" b="0" i="1" dirty="0" err="1">
                <a:latin typeface="+mn-lt"/>
                <a:cs typeface="+mn-cs"/>
              </a:rPr>
              <a:t>eventos</a:t>
            </a:r>
            <a:r>
              <a:rPr lang="en-US" sz="1800" b="0" i="1" dirty="0">
                <a:latin typeface="+mn-lt"/>
                <a:cs typeface="+mn-cs"/>
              </a:rPr>
              <a:t> </a:t>
            </a:r>
            <a:r>
              <a:rPr lang="en-US" sz="1800" b="0" i="1" dirty="0" err="1">
                <a:latin typeface="+mn-lt"/>
                <a:cs typeface="+mn-cs"/>
              </a:rPr>
              <a:t>como</a:t>
            </a:r>
            <a:r>
              <a:rPr lang="en-US" sz="1800" b="0" i="1" dirty="0">
                <a:latin typeface="+mn-lt"/>
                <a:cs typeface="+mn-cs"/>
              </a:rPr>
              <a:t> la </a:t>
            </a:r>
            <a:r>
              <a:rPr lang="en-US" sz="1800" b="0" i="1" dirty="0" err="1">
                <a:latin typeface="+mn-lt"/>
                <a:cs typeface="+mn-cs"/>
              </a:rPr>
              <a:t>creación</a:t>
            </a:r>
            <a:r>
              <a:rPr lang="en-US" sz="1800" b="0" i="1" dirty="0">
                <a:latin typeface="+mn-lt"/>
                <a:cs typeface="+mn-cs"/>
              </a:rPr>
              <a:t> de un </a:t>
            </a:r>
            <a:r>
              <a:rPr lang="en-US" sz="1800" b="0" i="1" dirty="0" err="1">
                <a:latin typeface="+mn-lt"/>
                <a:cs typeface="+mn-cs"/>
              </a:rPr>
              <a:t>pedido</a:t>
            </a:r>
            <a:r>
              <a:rPr lang="en-US" sz="1800" b="0" i="1" dirty="0">
                <a:latin typeface="+mn-lt"/>
                <a:cs typeface="+mn-cs"/>
              </a:rPr>
              <a:t>, </a:t>
            </a:r>
            <a:r>
              <a:rPr lang="en-US" sz="1800" b="0" i="1" dirty="0" err="1">
                <a:latin typeface="+mn-lt"/>
                <a:cs typeface="+mn-cs"/>
              </a:rPr>
              <a:t>el</a:t>
            </a:r>
            <a:r>
              <a:rPr lang="en-US" sz="1800" b="0" i="1" dirty="0">
                <a:latin typeface="+mn-lt"/>
                <a:cs typeface="+mn-cs"/>
              </a:rPr>
              <a:t> </a:t>
            </a:r>
            <a:r>
              <a:rPr lang="en-US" sz="1800" b="0" i="1" dirty="0" err="1">
                <a:latin typeface="+mn-lt"/>
                <a:cs typeface="+mn-cs"/>
              </a:rPr>
              <a:t>pago</a:t>
            </a:r>
            <a:r>
              <a:rPr lang="en-US" sz="1800" b="0" i="1" dirty="0">
                <a:latin typeface="+mn-lt"/>
                <a:cs typeface="+mn-cs"/>
              </a:rPr>
              <a:t> </a:t>
            </a:r>
            <a:r>
              <a:rPr lang="en-US" sz="1800" b="0" i="1" dirty="0" err="1">
                <a:latin typeface="+mn-lt"/>
                <a:cs typeface="+mn-cs"/>
              </a:rPr>
              <a:t>exitoso</a:t>
            </a:r>
            <a:r>
              <a:rPr lang="en-US" sz="1800" b="0" i="1" dirty="0">
                <a:latin typeface="+mn-lt"/>
                <a:cs typeface="+mn-cs"/>
              </a:rPr>
              <a:t> o la </a:t>
            </a:r>
            <a:r>
              <a:rPr lang="en-US" sz="1800" b="0" i="1" dirty="0" err="1">
                <a:latin typeface="+mn-lt"/>
                <a:cs typeface="+mn-cs"/>
              </a:rPr>
              <a:t>actualización</a:t>
            </a:r>
            <a:r>
              <a:rPr lang="en-US" sz="1800" b="0" i="1" dirty="0">
                <a:latin typeface="+mn-lt"/>
                <a:cs typeface="+mn-cs"/>
              </a:rPr>
              <a:t> del </a:t>
            </a:r>
            <a:r>
              <a:rPr lang="en-US" sz="1800" b="0" i="1" dirty="0" err="1">
                <a:latin typeface="+mn-lt"/>
                <a:cs typeface="+mn-cs"/>
              </a:rPr>
              <a:t>inventario</a:t>
            </a:r>
            <a:r>
              <a:rPr lang="en-US" sz="1800" b="0" i="1" dirty="0">
                <a:latin typeface="+mn-lt"/>
                <a:cs typeface="+mn-cs"/>
              </a:rPr>
              <a:t> </a:t>
            </a:r>
            <a:r>
              <a:rPr lang="en-US" sz="1800" b="0" i="1" dirty="0" err="1">
                <a:latin typeface="+mn-lt"/>
                <a:cs typeface="+mn-cs"/>
              </a:rPr>
              <a:t>desencadenan</a:t>
            </a:r>
            <a:r>
              <a:rPr lang="en-US" sz="1800" b="0" i="1" dirty="0">
                <a:latin typeface="+mn-lt"/>
                <a:cs typeface="+mn-cs"/>
              </a:rPr>
              <a:t> </a:t>
            </a:r>
            <a:r>
              <a:rPr lang="en-US" sz="1800" b="0" i="1" dirty="0" err="1">
                <a:latin typeface="+mn-lt"/>
                <a:cs typeface="+mn-cs"/>
              </a:rPr>
              <a:t>acciones</a:t>
            </a:r>
            <a:r>
              <a:rPr lang="en-US" sz="1800" b="0" i="1" dirty="0">
                <a:latin typeface="+mn-lt"/>
                <a:cs typeface="+mn-cs"/>
              </a:rPr>
              <a:t> </a:t>
            </a:r>
            <a:r>
              <a:rPr lang="en-US" sz="1800" b="0" i="1" dirty="0" err="1">
                <a:latin typeface="+mn-lt"/>
                <a:cs typeface="+mn-cs"/>
              </a:rPr>
              <a:t>específicas</a:t>
            </a:r>
            <a:r>
              <a:rPr lang="en-US" sz="1800" b="0" i="1" dirty="0">
                <a:latin typeface="+mn-lt"/>
                <a:cs typeface="+mn-cs"/>
              </a:rPr>
              <a:t>. </a:t>
            </a:r>
            <a:endParaRPr lang="en-US" sz="1800" b="0">
              <a:latin typeface="+mn-lt"/>
              <a:cs typeface="+mn-cs"/>
            </a:endParaRPr>
          </a:p>
          <a:p>
            <a:pPr marL="0" indent="0">
              <a:buNone/>
            </a:pPr>
            <a:r>
              <a:rPr lang="en-US" sz="1800" b="0" i="1" dirty="0">
                <a:latin typeface="+mn-lt"/>
                <a:cs typeface="+mn-cs"/>
              </a:rPr>
              <a:t>Por </a:t>
            </a:r>
            <a:r>
              <a:rPr lang="en-US" sz="1800" b="0" i="1" dirty="0" err="1">
                <a:latin typeface="+mn-lt"/>
                <a:cs typeface="+mn-cs"/>
              </a:rPr>
              <a:t>ejemplo</a:t>
            </a:r>
            <a:r>
              <a:rPr lang="en-US" sz="1800" b="0" i="1" dirty="0">
                <a:latin typeface="+mn-lt"/>
                <a:cs typeface="+mn-cs"/>
              </a:rPr>
              <a:t>, al </a:t>
            </a:r>
            <a:r>
              <a:rPr lang="en-US" sz="1800" b="0" i="1" dirty="0" err="1">
                <a:latin typeface="+mn-lt"/>
                <a:cs typeface="+mn-cs"/>
              </a:rPr>
              <a:t>confirmarse</a:t>
            </a:r>
            <a:r>
              <a:rPr lang="en-US" sz="1800" b="0" i="1" dirty="0">
                <a:latin typeface="+mn-lt"/>
                <a:cs typeface="+mn-cs"/>
              </a:rPr>
              <a:t> un </a:t>
            </a:r>
            <a:r>
              <a:rPr lang="en-US" sz="1800" b="0" i="1" dirty="0" err="1">
                <a:latin typeface="+mn-lt"/>
                <a:cs typeface="+mn-cs"/>
              </a:rPr>
              <a:t>pago</a:t>
            </a:r>
            <a:r>
              <a:rPr lang="en-US" sz="1800" b="0" i="1" dirty="0">
                <a:latin typeface="+mn-lt"/>
                <a:cs typeface="+mn-cs"/>
              </a:rPr>
              <a:t>, se genera un </a:t>
            </a:r>
            <a:r>
              <a:rPr lang="en-US" sz="1800" b="0" i="1" dirty="0" err="1">
                <a:latin typeface="+mn-lt"/>
                <a:cs typeface="+mn-cs"/>
              </a:rPr>
              <a:t>evento</a:t>
            </a:r>
            <a:r>
              <a:rPr lang="en-US" sz="1800" b="0" i="1" dirty="0">
                <a:latin typeface="+mn-lt"/>
                <a:cs typeface="+mn-cs"/>
              </a:rPr>
              <a:t> que </a:t>
            </a:r>
            <a:r>
              <a:rPr lang="en-US" sz="1800" b="0" i="1" dirty="0" err="1">
                <a:latin typeface="+mn-lt"/>
                <a:cs typeface="+mn-cs"/>
              </a:rPr>
              <a:t>activa</a:t>
            </a:r>
            <a:r>
              <a:rPr lang="en-US" sz="1800" b="0" i="1" dirty="0">
                <a:latin typeface="+mn-lt"/>
                <a:cs typeface="+mn-cs"/>
              </a:rPr>
              <a:t> </a:t>
            </a:r>
            <a:r>
              <a:rPr lang="en-US" sz="1800" b="0" i="1" dirty="0" err="1">
                <a:latin typeface="+mn-lt"/>
                <a:cs typeface="+mn-cs"/>
              </a:rPr>
              <a:t>procesos</a:t>
            </a:r>
            <a:r>
              <a:rPr lang="en-US" sz="1800" b="0" i="1" dirty="0">
                <a:latin typeface="+mn-lt"/>
                <a:cs typeface="+mn-cs"/>
              </a:rPr>
              <a:t> </a:t>
            </a:r>
            <a:r>
              <a:rPr lang="en-US" sz="1800" b="0" i="1" dirty="0" err="1">
                <a:latin typeface="+mn-lt"/>
                <a:cs typeface="+mn-cs"/>
              </a:rPr>
              <a:t>como</a:t>
            </a:r>
            <a:r>
              <a:rPr lang="en-US" sz="1800" b="0" i="1" dirty="0">
                <a:latin typeface="+mn-lt"/>
                <a:cs typeface="+mn-cs"/>
              </a:rPr>
              <a:t> la </a:t>
            </a:r>
            <a:r>
              <a:rPr lang="en-US" sz="1800" b="0" i="1" dirty="0" err="1">
                <a:latin typeface="+mn-lt"/>
                <a:cs typeface="+mn-cs"/>
              </a:rPr>
              <a:t>actualización</a:t>
            </a:r>
            <a:r>
              <a:rPr lang="en-US" sz="1800" b="0" i="1" dirty="0">
                <a:latin typeface="+mn-lt"/>
                <a:cs typeface="+mn-cs"/>
              </a:rPr>
              <a:t> del </a:t>
            </a:r>
            <a:r>
              <a:rPr lang="en-US" sz="1800" b="0" i="1" dirty="0" err="1">
                <a:latin typeface="+mn-lt"/>
                <a:cs typeface="+mn-cs"/>
              </a:rPr>
              <a:t>inventario</a:t>
            </a:r>
            <a:r>
              <a:rPr lang="en-US" sz="1800" b="0" i="1" dirty="0">
                <a:latin typeface="+mn-lt"/>
                <a:cs typeface="+mn-cs"/>
              </a:rPr>
              <a:t>, la </a:t>
            </a:r>
            <a:r>
              <a:rPr lang="en-US" sz="1800" b="0" i="1" dirty="0" err="1">
                <a:latin typeface="+mn-lt"/>
                <a:cs typeface="+mn-cs"/>
              </a:rPr>
              <a:t>notificación</a:t>
            </a:r>
            <a:r>
              <a:rPr lang="en-US" sz="1800" b="0" i="1" dirty="0">
                <a:latin typeface="+mn-lt"/>
                <a:cs typeface="+mn-cs"/>
              </a:rPr>
              <a:t> al </a:t>
            </a:r>
            <a:r>
              <a:rPr lang="en-US" sz="1800" b="0" i="1" dirty="0" err="1">
                <a:latin typeface="+mn-lt"/>
                <a:cs typeface="+mn-cs"/>
              </a:rPr>
              <a:t>cliente</a:t>
            </a:r>
            <a:r>
              <a:rPr lang="en-US" sz="1800" b="0" i="1" dirty="0">
                <a:latin typeface="+mn-lt"/>
                <a:cs typeface="+mn-cs"/>
              </a:rPr>
              <a:t> y la </a:t>
            </a:r>
            <a:r>
              <a:rPr lang="en-US" sz="1800" b="0" i="1" dirty="0" err="1">
                <a:latin typeface="+mn-lt"/>
                <a:cs typeface="+mn-cs"/>
              </a:rPr>
              <a:t>preparación</a:t>
            </a:r>
            <a:r>
              <a:rPr lang="en-US" sz="1800" b="0" i="1" dirty="0">
                <a:latin typeface="+mn-lt"/>
                <a:cs typeface="+mn-cs"/>
              </a:rPr>
              <a:t> del </a:t>
            </a:r>
            <a:r>
              <a:rPr lang="en-US" sz="1800" b="0" i="1" dirty="0" err="1">
                <a:latin typeface="+mn-lt"/>
                <a:cs typeface="+mn-cs"/>
              </a:rPr>
              <a:t>envío</a:t>
            </a:r>
            <a:r>
              <a:rPr lang="en-US" sz="1800" b="0" i="1" dirty="0">
                <a:latin typeface="+mn-lt"/>
                <a:cs typeface="+mn-cs"/>
              </a:rPr>
              <a:t>.</a:t>
            </a:r>
            <a:endParaRPr lang="en-US" sz="1800" b="0">
              <a:latin typeface="+mn-lt"/>
              <a:cs typeface="+mn-cs"/>
            </a:endParaRPr>
          </a:p>
        </p:txBody>
      </p:sp>
      <p:pic>
        <p:nvPicPr>
          <p:cNvPr id="4" name="Imagen 3" descr="Arquitectura Impulsada por Eventos (Event-Driven Architecture, EDA): Una  Visión General para el Mundo Moderno">
            <a:extLst>
              <a:ext uri="{FF2B5EF4-FFF2-40B4-BE49-F238E27FC236}">
                <a16:creationId xmlns:a16="http://schemas.microsoft.com/office/drawing/2014/main" id="{4CB5790B-F9B3-17AE-6630-76360C364FCC}"/>
              </a:ext>
            </a:extLst>
          </p:cNvPr>
          <p:cNvPicPr>
            <a:picLocks noChangeAspect="1"/>
          </p:cNvPicPr>
          <p:nvPr/>
        </p:nvPicPr>
        <p:blipFill>
          <a:blip r:embed="rId3"/>
          <a:srcRect l="11609" t="14706" r="-332" b="588"/>
          <a:stretch/>
        </p:blipFill>
        <p:spPr>
          <a:xfrm>
            <a:off x="5305172" y="1784818"/>
            <a:ext cx="6134499" cy="3287761"/>
          </a:xfrm>
          <a:prstGeom prst="rect">
            <a:avLst/>
          </a:prstGeom>
        </p:spPr>
      </p:pic>
      <p:grpSp>
        <p:nvGrpSpPr>
          <p:cNvPr id="9" name="Group 8">
            <a:extLst>
              <a:ext uri="{FF2B5EF4-FFF2-40B4-BE49-F238E27FC236}">
                <a16:creationId xmlns:a16="http://schemas.microsoft.com/office/drawing/2014/main" id="{6258F736-B256-8039-9DC6-F4E49A5C5A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2068638" y="0"/>
            <a:ext cx="123362" cy="6858000"/>
            <a:chOff x="12068638" y="0"/>
            <a:chExt cx="123362" cy="6858000"/>
          </a:xfrm>
        </p:grpSpPr>
        <p:sp>
          <p:nvSpPr>
            <p:cNvPr id="10" name="Rectangle 9">
              <a:extLst>
                <a:ext uri="{FF2B5EF4-FFF2-40B4-BE49-F238E27FC236}">
                  <a16:creationId xmlns:a16="http://schemas.microsoft.com/office/drawing/2014/main" id="{10B4520A-996E-330C-99DA-69CA4D89E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C8FA945-E356-695F-18D6-CAD4EF34FE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1884093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9A8F3-6AE7-7A21-B7B5-AD881F1F324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31EE06D-B8D5-4634-47E4-5377F0B32C50}"/>
              </a:ext>
            </a:extLst>
          </p:cNvPr>
          <p:cNvSpPr>
            <a:spLocks noGrp="1"/>
          </p:cNvSpPr>
          <p:nvPr>
            <p:ph type="title" idx="4294967295"/>
          </p:nvPr>
        </p:nvSpPr>
        <p:spPr>
          <a:xfrm>
            <a:off x="840317" y="-5291"/>
            <a:ext cx="10769600" cy="1143000"/>
          </a:xfrm>
        </p:spPr>
        <p:txBody>
          <a:bodyPr>
            <a:normAutofit/>
          </a:bodyPr>
          <a:lstStyle/>
          <a:p>
            <a:r>
              <a:rPr lang="pt-BR" sz="3200" b="1" dirty="0" err="1">
                <a:latin typeface="Aptos"/>
              </a:rPr>
              <a:t>Arquitectura</a:t>
            </a:r>
            <a:r>
              <a:rPr lang="pt-BR" sz="3200" b="1" dirty="0">
                <a:latin typeface="Aptos"/>
              </a:rPr>
              <a:t> </a:t>
            </a:r>
            <a:r>
              <a:rPr lang="pt-BR" sz="3200" b="1" dirty="0" err="1">
                <a:latin typeface="Aptos"/>
              </a:rPr>
              <a:t>Serverless</a:t>
            </a:r>
            <a:endParaRPr lang="es-ES" sz="3200" b="1" dirty="0">
              <a:latin typeface="Aptos"/>
            </a:endParaRPr>
          </a:p>
        </p:txBody>
      </p:sp>
      <p:sp>
        <p:nvSpPr>
          <p:cNvPr id="3" name="Rectangle 3">
            <a:extLst>
              <a:ext uri="{FF2B5EF4-FFF2-40B4-BE49-F238E27FC236}">
                <a16:creationId xmlns:a16="http://schemas.microsoft.com/office/drawing/2014/main" id="{54024098-9DD9-0DB6-A879-771D28AEA9EF}"/>
              </a:ext>
            </a:extLst>
          </p:cNvPr>
          <p:cNvSpPr>
            <a:spLocks noGrp="1" noChangeArrowheads="1"/>
          </p:cNvSpPr>
          <p:nvPr>
            <p:ph type="body" sz="quarter" idx="13"/>
          </p:nvPr>
        </p:nvSpPr>
        <p:spPr>
          <a:xfrm>
            <a:off x="633046" y="1134627"/>
            <a:ext cx="4816998" cy="4853354"/>
          </a:xfrm>
        </p:spPr>
        <p:txBody>
          <a:bodyPr vert="horz" lIns="91440" tIns="45720" rIns="91440" bIns="45720" rtlCol="0" anchor="t">
            <a:noAutofit/>
          </a:bodyPr>
          <a:lstStyle/>
          <a:p>
            <a:pPr>
              <a:lnSpc>
                <a:spcPct val="120000"/>
              </a:lnSpc>
            </a:pPr>
            <a:r>
              <a:rPr lang="es-MX" sz="1700" b="0" dirty="0">
                <a:latin typeface="Aptos"/>
                <a:cs typeface="Arial"/>
              </a:rPr>
              <a:t>Gestión Automática de la Infraestructura</a:t>
            </a:r>
          </a:p>
          <a:p>
            <a:pPr>
              <a:lnSpc>
                <a:spcPct val="120000"/>
              </a:lnSpc>
            </a:pPr>
            <a:r>
              <a:rPr lang="es-MX" sz="1700" b="0" dirty="0">
                <a:latin typeface="Aptos"/>
                <a:cs typeface="Arial"/>
              </a:rPr>
              <a:t>Basada en Uso</a:t>
            </a:r>
          </a:p>
          <a:p>
            <a:pPr>
              <a:lnSpc>
                <a:spcPct val="120000"/>
              </a:lnSpc>
            </a:pPr>
            <a:r>
              <a:rPr lang="es-MX" sz="1700" b="0" dirty="0">
                <a:latin typeface="Aptos"/>
                <a:cs typeface="Arial"/>
              </a:rPr>
              <a:t>Escalabilidad Automática</a:t>
            </a:r>
          </a:p>
          <a:p>
            <a:pPr>
              <a:lnSpc>
                <a:spcPct val="120000"/>
              </a:lnSpc>
            </a:pPr>
            <a:r>
              <a:rPr lang="es-MX" sz="1700" b="0" dirty="0">
                <a:latin typeface="Aptos"/>
                <a:cs typeface="Arial"/>
              </a:rPr>
              <a:t>Despliegue Rápido y Eficiente</a:t>
            </a:r>
          </a:p>
          <a:p>
            <a:pPr marL="0" indent="0">
              <a:lnSpc>
                <a:spcPct val="120000"/>
              </a:lnSpc>
              <a:buNone/>
            </a:pPr>
            <a:r>
              <a:rPr lang="es-MX" sz="1700" i="1" dirty="0">
                <a:latin typeface="Aptos"/>
                <a:cs typeface="Arial"/>
              </a:rPr>
              <a:t>Ejemplo típico: </a:t>
            </a:r>
            <a:r>
              <a:rPr lang="es-MX" sz="1700" b="0" i="1" dirty="0">
                <a:latin typeface="Aptos"/>
                <a:cs typeface="Arial"/>
              </a:rPr>
              <a:t>Una aplicación que permite a los usuarios cargar imágenes para su procesamiento puede beneficiarse de una arquitectura </a:t>
            </a:r>
            <a:r>
              <a:rPr lang="es-MX" sz="1700" b="0" i="1" err="1">
                <a:latin typeface="Aptos"/>
                <a:cs typeface="Arial"/>
              </a:rPr>
              <a:t>serverless</a:t>
            </a:r>
            <a:r>
              <a:rPr lang="es-MX" sz="1700" b="0" i="1" dirty="0">
                <a:latin typeface="Aptos"/>
                <a:cs typeface="Arial"/>
              </a:rPr>
              <a:t>. </a:t>
            </a:r>
            <a:endParaRPr lang="es-AR" sz="1700" b="0" i="1">
              <a:latin typeface="Aptos"/>
              <a:cs typeface="Arial"/>
            </a:endParaRPr>
          </a:p>
          <a:p>
            <a:pPr marL="0" indent="0">
              <a:lnSpc>
                <a:spcPct val="120000"/>
              </a:lnSpc>
              <a:buNone/>
            </a:pPr>
            <a:r>
              <a:rPr lang="es-MX" sz="1700" b="0" i="1" dirty="0">
                <a:latin typeface="Aptos"/>
                <a:cs typeface="Arial"/>
              </a:rPr>
              <a:t>Al subir una imagen, se desencadena una función en la nube que procesa la imagen (por ejemplo, redimensionamiento o aplicación de filtros) y almacena el resultado en un servicio de almacenamiento.</a:t>
            </a:r>
            <a:endParaRPr lang="es-AR" sz="1700" b="0" i="1">
              <a:latin typeface="Aptos"/>
              <a:cs typeface="Arial"/>
            </a:endParaRPr>
          </a:p>
        </p:txBody>
      </p:sp>
      <p:pic>
        <p:nvPicPr>
          <p:cNvPr id="5" name="Imagen 4" descr="Serverless Architecture Explained In 10 Minutes | Kofi Group">
            <a:extLst>
              <a:ext uri="{FF2B5EF4-FFF2-40B4-BE49-F238E27FC236}">
                <a16:creationId xmlns:a16="http://schemas.microsoft.com/office/drawing/2014/main" id="{D94F9484-642C-0F73-6797-1FED8A1D80A2}"/>
              </a:ext>
            </a:extLst>
          </p:cNvPr>
          <p:cNvPicPr>
            <a:picLocks noChangeAspect="1"/>
          </p:cNvPicPr>
          <p:nvPr/>
        </p:nvPicPr>
        <p:blipFill>
          <a:blip r:embed="rId3"/>
          <a:srcRect t="15294" b="-235"/>
          <a:stretch/>
        </p:blipFill>
        <p:spPr>
          <a:xfrm>
            <a:off x="5878285" y="1426207"/>
            <a:ext cx="5736770" cy="3993114"/>
          </a:xfrm>
          <a:prstGeom prst="rect">
            <a:avLst/>
          </a:prstGeom>
        </p:spPr>
      </p:pic>
    </p:spTree>
    <p:extLst>
      <p:ext uri="{BB962C8B-B14F-4D97-AF65-F5344CB8AC3E}">
        <p14:creationId xmlns:p14="http://schemas.microsoft.com/office/powerpoint/2010/main" val="24622003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D8028-2186-D911-E1C9-BCBF84B5DA8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D3C1B0C-0FD4-6D9D-E40D-A287300B7692}"/>
              </a:ext>
            </a:extLst>
          </p:cNvPr>
          <p:cNvSpPr>
            <a:spLocks noGrp="1"/>
          </p:cNvSpPr>
          <p:nvPr>
            <p:ph type="title" idx="4294967295"/>
          </p:nvPr>
        </p:nvSpPr>
        <p:spPr>
          <a:xfrm>
            <a:off x="869043" y="100542"/>
            <a:ext cx="10769600" cy="1143000"/>
          </a:xfrm>
        </p:spPr>
        <p:txBody>
          <a:bodyPr>
            <a:normAutofit/>
          </a:bodyPr>
          <a:lstStyle/>
          <a:p>
            <a:r>
              <a:rPr lang="pt-BR" sz="3200" b="1" dirty="0" err="1">
                <a:latin typeface="Aptos"/>
              </a:rPr>
              <a:t>Patrones</a:t>
            </a:r>
            <a:r>
              <a:rPr lang="pt-BR" sz="3200" b="1" dirty="0">
                <a:latin typeface="Aptos"/>
              </a:rPr>
              <a:t> de </a:t>
            </a:r>
            <a:r>
              <a:rPr lang="pt-BR" sz="3200" b="1" dirty="0" err="1">
                <a:latin typeface="Aptos"/>
              </a:rPr>
              <a:t>Arquitectura</a:t>
            </a:r>
            <a:r>
              <a:rPr lang="pt-BR" sz="3200" b="1" dirty="0">
                <a:latin typeface="Aptos"/>
              </a:rPr>
              <a:t> Combinados</a:t>
            </a:r>
            <a:endParaRPr lang="es-ES" sz="3200" b="1" dirty="0">
              <a:latin typeface="Aptos"/>
            </a:endParaRPr>
          </a:p>
        </p:txBody>
      </p:sp>
      <p:sp>
        <p:nvSpPr>
          <p:cNvPr id="3" name="Rectangle 3">
            <a:extLst>
              <a:ext uri="{FF2B5EF4-FFF2-40B4-BE49-F238E27FC236}">
                <a16:creationId xmlns:a16="http://schemas.microsoft.com/office/drawing/2014/main" id="{A2D97D20-1F30-F6A5-2386-78491830E14D}"/>
              </a:ext>
            </a:extLst>
          </p:cNvPr>
          <p:cNvSpPr>
            <a:spLocks noGrp="1" noChangeArrowheads="1"/>
          </p:cNvSpPr>
          <p:nvPr>
            <p:ph type="body" sz="quarter" idx="13"/>
          </p:nvPr>
        </p:nvSpPr>
        <p:spPr>
          <a:xfrm>
            <a:off x="545332" y="1454767"/>
            <a:ext cx="3844519" cy="4008477"/>
          </a:xfrm>
        </p:spPr>
        <p:txBody>
          <a:bodyPr vert="horz" lIns="91440" tIns="45720" rIns="91440" bIns="45720" rtlCol="0" anchor="t">
            <a:noAutofit/>
          </a:bodyPr>
          <a:lstStyle/>
          <a:p>
            <a:pPr marL="0" indent="0" algn="just">
              <a:lnSpc>
                <a:spcPct val="120000"/>
              </a:lnSpc>
              <a:buNone/>
            </a:pPr>
            <a:r>
              <a:rPr lang="es-MX" sz="1800" dirty="0">
                <a:latin typeface="Aptos"/>
                <a:cs typeface="Arial"/>
              </a:rPr>
              <a:t>Integración de Múltiples Patrones:</a:t>
            </a:r>
            <a:endParaRPr lang="es-ES" sz="1800"/>
          </a:p>
          <a:p>
            <a:pPr algn="just">
              <a:lnSpc>
                <a:spcPct val="120000"/>
              </a:lnSpc>
            </a:pPr>
            <a:r>
              <a:rPr lang="es-MX" sz="1800" b="0" dirty="0">
                <a:latin typeface="Aptos"/>
                <a:cs typeface="Arial"/>
              </a:rPr>
              <a:t>La combinación de diferentes patrones arquitectónicos permite diseñar sistemas que se adaptan mejor a las necesidades particulares de una aplicación.</a:t>
            </a:r>
          </a:p>
          <a:p>
            <a:pPr algn="just">
              <a:lnSpc>
                <a:spcPct val="120000"/>
              </a:lnSpc>
            </a:pPr>
            <a:r>
              <a:rPr lang="es-MX" sz="1800" b="0" dirty="0">
                <a:latin typeface="Aptos"/>
                <a:cs typeface="Arial"/>
              </a:rPr>
              <a:t>Esta integración busca aprovechar las fortalezas de cada patrón para abordar desafíos específicos.</a:t>
            </a:r>
            <a:endParaRPr lang="es-AR" sz="1800" i="1" dirty="0">
              <a:latin typeface="Aptos"/>
              <a:cs typeface="Arial"/>
            </a:endParaRPr>
          </a:p>
        </p:txBody>
      </p:sp>
      <p:sp>
        <p:nvSpPr>
          <p:cNvPr id="4" name="Rectangle 3">
            <a:extLst>
              <a:ext uri="{FF2B5EF4-FFF2-40B4-BE49-F238E27FC236}">
                <a16:creationId xmlns:a16="http://schemas.microsoft.com/office/drawing/2014/main" id="{49CA1EAE-807B-BD2D-5061-246677B9863C}"/>
              </a:ext>
            </a:extLst>
          </p:cNvPr>
          <p:cNvSpPr txBox="1">
            <a:spLocks noChangeArrowheads="1"/>
          </p:cNvSpPr>
          <p:nvPr/>
        </p:nvSpPr>
        <p:spPr>
          <a:xfrm>
            <a:off x="5112076" y="1455209"/>
            <a:ext cx="6405685" cy="4853354"/>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20000"/>
              </a:lnSpc>
              <a:buFont typeface="Arial" panose="020B0604020202020204" pitchFamily="34" charset="0"/>
              <a:buNone/>
            </a:pPr>
            <a:r>
              <a:rPr lang="es-MX" sz="1800" dirty="0">
                <a:latin typeface="Aptos"/>
                <a:cs typeface="Arial"/>
              </a:rPr>
              <a:t>Ejemplo</a:t>
            </a:r>
            <a:r>
              <a:rPr lang="es-MX" sz="1800" b="0" dirty="0">
                <a:latin typeface="Aptos"/>
                <a:cs typeface="Arial"/>
              </a:rPr>
              <a:t>: Microservicios con Arquitectura Orientada a Eventos</a:t>
            </a:r>
            <a:endParaRPr lang="es-ES"/>
          </a:p>
          <a:p>
            <a:pPr algn="just">
              <a:lnSpc>
                <a:spcPct val="120000"/>
              </a:lnSpc>
            </a:pPr>
            <a:r>
              <a:rPr lang="es-MX" sz="1800" b="0" dirty="0">
                <a:latin typeface="Aptos"/>
                <a:cs typeface="Arial"/>
              </a:rPr>
              <a:t>Los microservicios son componentes independientes que ejecutan funciones específicas dentro de una aplicación.</a:t>
            </a:r>
          </a:p>
          <a:p>
            <a:pPr algn="just">
              <a:lnSpc>
                <a:spcPct val="120000"/>
              </a:lnSpc>
            </a:pPr>
            <a:r>
              <a:rPr lang="es-MX" sz="1800" b="0" dirty="0">
                <a:latin typeface="Aptos"/>
                <a:cs typeface="Arial"/>
              </a:rPr>
              <a:t>La arquitectura orientada a eventos (</a:t>
            </a:r>
            <a:r>
              <a:rPr lang="es-MX" sz="1800" b="0" err="1">
                <a:latin typeface="Aptos"/>
                <a:cs typeface="Arial"/>
              </a:rPr>
              <a:t>Event-Driven</a:t>
            </a:r>
            <a:r>
              <a:rPr lang="es-MX" sz="1800" b="0" dirty="0">
                <a:latin typeface="Aptos"/>
                <a:cs typeface="Arial"/>
              </a:rPr>
              <a:t> </a:t>
            </a:r>
            <a:r>
              <a:rPr lang="es-MX" sz="1800" b="0" err="1">
                <a:latin typeface="Aptos"/>
                <a:cs typeface="Arial"/>
              </a:rPr>
              <a:t>Architecture</a:t>
            </a:r>
            <a:r>
              <a:rPr lang="es-MX" sz="1800" b="0" dirty="0">
                <a:latin typeface="Aptos"/>
                <a:cs typeface="Arial"/>
              </a:rPr>
              <a:t>) se basa en la producción, detección y reacción a eventos, facilitando la comunicación asíncrona entre componentes.</a:t>
            </a:r>
          </a:p>
          <a:p>
            <a:pPr algn="just">
              <a:lnSpc>
                <a:spcPct val="120000"/>
              </a:lnSpc>
            </a:pPr>
            <a:r>
              <a:rPr lang="es-MX" sz="1800" b="0" dirty="0">
                <a:latin typeface="Aptos"/>
                <a:cs typeface="Arial"/>
              </a:rPr>
              <a:t>Combinación: Al integrar microservicios con una arquitectura orientada a eventos, cada servicio puede emitir y responder a eventos, permitiendo una comunicación más flexible y desacoplada.</a:t>
            </a:r>
            <a:endParaRPr lang="es-AR" sz="1800" i="1" dirty="0">
              <a:latin typeface="Aptos"/>
              <a:cs typeface="Arial"/>
            </a:endParaRPr>
          </a:p>
        </p:txBody>
      </p:sp>
    </p:spTree>
    <p:extLst>
      <p:ext uri="{BB962C8B-B14F-4D97-AF65-F5344CB8AC3E}">
        <p14:creationId xmlns:p14="http://schemas.microsoft.com/office/powerpoint/2010/main" val="6507697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975D5F-3083-1EF5-C86C-E4F5A64AC628}"/>
              </a:ext>
            </a:extLst>
          </p:cNvPr>
          <p:cNvSpPr>
            <a:spLocks noGrp="1"/>
          </p:cNvSpPr>
          <p:nvPr>
            <p:ph type="title"/>
          </p:nvPr>
        </p:nvSpPr>
        <p:spPr>
          <a:xfrm>
            <a:off x="7578150" y="2712662"/>
            <a:ext cx="4377271" cy="1627331"/>
          </a:xfrm>
        </p:spPr>
        <p:txBody>
          <a:bodyPr>
            <a:normAutofit/>
          </a:bodyPr>
          <a:lstStyle/>
          <a:p>
            <a:pPr algn="ctr"/>
            <a:r>
              <a:rPr lang="es-CL">
                <a:latin typeface="Arial"/>
                <a:cs typeface="Arial"/>
              </a:rPr>
              <a:t>MICROSERVICIOS</a:t>
            </a:r>
            <a:endParaRPr lang="es-CL"/>
          </a:p>
        </p:txBody>
      </p:sp>
    </p:spTree>
    <p:extLst>
      <p:ext uri="{BB962C8B-B14F-4D97-AF65-F5344CB8AC3E}">
        <p14:creationId xmlns:p14="http://schemas.microsoft.com/office/powerpoint/2010/main" val="17087178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C2790F-290A-EC45-A058-1A1EAFB2F748}"/>
              </a:ext>
            </a:extLst>
          </p:cNvPr>
          <p:cNvSpPr>
            <a:spLocks noGrp="1"/>
          </p:cNvSpPr>
          <p:nvPr>
            <p:ph type="title"/>
          </p:nvPr>
        </p:nvSpPr>
        <p:spPr>
          <a:xfrm>
            <a:off x="5187947" y="317663"/>
            <a:ext cx="7102608" cy="1031631"/>
          </a:xfrm>
        </p:spPr>
        <p:txBody>
          <a:bodyPr>
            <a:normAutofit/>
          </a:bodyPr>
          <a:lstStyle/>
          <a:p>
            <a:r>
              <a:rPr lang="es-CL" dirty="0">
                <a:solidFill>
                  <a:schemeClr val="tx1"/>
                </a:solidFill>
                <a:latin typeface="Aptos"/>
              </a:rPr>
              <a:t>Fundamentos de los Microservicios</a:t>
            </a:r>
            <a:br>
              <a:rPr lang="es-CL" dirty="0">
                <a:solidFill>
                  <a:schemeClr val="tx1"/>
                </a:solidFill>
                <a:latin typeface="Aptos"/>
              </a:rPr>
            </a:br>
            <a:endParaRPr lang="es-ES_tradnl" dirty="0">
              <a:solidFill>
                <a:schemeClr val="tx1"/>
              </a:solidFill>
              <a:latin typeface="Aptos"/>
            </a:endParaRPr>
          </a:p>
        </p:txBody>
      </p:sp>
      <p:sp>
        <p:nvSpPr>
          <p:cNvPr id="3" name="Marcador de contenido 2">
            <a:extLst>
              <a:ext uri="{FF2B5EF4-FFF2-40B4-BE49-F238E27FC236}">
                <a16:creationId xmlns:a16="http://schemas.microsoft.com/office/drawing/2014/main" id="{C80F031E-B958-E145-9E39-0834F94269BC}"/>
              </a:ext>
            </a:extLst>
          </p:cNvPr>
          <p:cNvSpPr>
            <a:spLocks noGrp="1"/>
          </p:cNvSpPr>
          <p:nvPr>
            <p:ph idx="1"/>
          </p:nvPr>
        </p:nvSpPr>
        <p:spPr>
          <a:xfrm>
            <a:off x="5086709" y="1249913"/>
            <a:ext cx="6499357" cy="5201979"/>
          </a:xfrm>
        </p:spPr>
        <p:txBody>
          <a:bodyPr vert="horz" lIns="91440" tIns="45720" rIns="91440" bIns="45720" rtlCol="0" anchor="ctr">
            <a:noAutofit/>
          </a:bodyPr>
          <a:lstStyle/>
          <a:p>
            <a:pPr algn="just"/>
            <a:r>
              <a:rPr lang="es-MX" sz="2000" dirty="0">
                <a:solidFill>
                  <a:schemeClr val="tx1"/>
                </a:solidFill>
                <a:latin typeface="Aptos"/>
                <a:cs typeface="Arial"/>
              </a:rPr>
              <a:t>Lo microservicios son componentes independientes y autónomos.</a:t>
            </a:r>
            <a:endParaRPr lang="es-ES">
              <a:solidFill>
                <a:schemeClr val="tx1"/>
              </a:solidFill>
            </a:endParaRPr>
          </a:p>
          <a:p>
            <a:pPr algn="just"/>
            <a:r>
              <a:rPr lang="es-MX" sz="2000" dirty="0">
                <a:solidFill>
                  <a:schemeClr val="tx1"/>
                </a:solidFill>
                <a:latin typeface="Aptos"/>
                <a:cs typeface="Arial"/>
              </a:rPr>
              <a:t>Desplegables de forma independiente, con dominio de negocio específico.</a:t>
            </a:r>
          </a:p>
          <a:p>
            <a:pPr algn="just"/>
            <a:r>
              <a:rPr lang="es-MX" sz="2000" dirty="0">
                <a:solidFill>
                  <a:schemeClr val="tx1"/>
                </a:solidFill>
                <a:latin typeface="Aptos"/>
                <a:cs typeface="Arial"/>
              </a:rPr>
              <a:t>Comparación con monolitos: mayor flexibilidad y facilidad de escalado.</a:t>
            </a:r>
          </a:p>
        </p:txBody>
      </p:sp>
      <p:sp>
        <p:nvSpPr>
          <p:cNvPr id="8" name="CuadroTexto 7">
            <a:extLst>
              <a:ext uri="{FF2B5EF4-FFF2-40B4-BE49-F238E27FC236}">
                <a16:creationId xmlns:a16="http://schemas.microsoft.com/office/drawing/2014/main" id="{7DDD4C84-536C-FA43-D7D9-0B925D31212E}"/>
              </a:ext>
            </a:extLst>
          </p:cNvPr>
          <p:cNvSpPr txBox="1"/>
          <p:nvPr/>
        </p:nvSpPr>
        <p:spPr>
          <a:xfrm>
            <a:off x="5192542" y="1254044"/>
            <a:ext cx="6287692" cy="923330"/>
          </a:xfrm>
          <a:prstGeom prst="rect">
            <a:avLst/>
          </a:prstGeom>
          <a:noFill/>
        </p:spPr>
        <p:txBody>
          <a:bodyPr wrap="square" lIns="91440" tIns="45720" rIns="91440" bIns="45720" rtlCol="0" anchor="t">
            <a:spAutoFit/>
          </a:bodyPr>
          <a:lstStyle/>
          <a:p>
            <a:r>
              <a:rPr lang="es-MX" i="1" dirty="0"/>
              <a:t>El diseño de una arquitectura efectiva no se trata solo de implementar tecnología, sino de resolver problemas del negocio de forma escalable, adaptable y sostenible.</a:t>
            </a:r>
            <a:endParaRPr lang="es-CL" i="1"/>
          </a:p>
        </p:txBody>
      </p:sp>
      <p:pic>
        <p:nvPicPr>
          <p:cNvPr id="4" name="Imagen 3" descr="Microservicio - Iconos gratis de formas">
            <a:extLst>
              <a:ext uri="{FF2B5EF4-FFF2-40B4-BE49-F238E27FC236}">
                <a16:creationId xmlns:a16="http://schemas.microsoft.com/office/drawing/2014/main" id="{EBBA4F59-B825-BDB3-8C42-C7291482A1FB}"/>
              </a:ext>
            </a:extLst>
          </p:cNvPr>
          <p:cNvPicPr>
            <a:picLocks noChangeAspect="1"/>
          </p:cNvPicPr>
          <p:nvPr/>
        </p:nvPicPr>
        <p:blipFill>
          <a:blip r:embed="rId2"/>
          <a:stretch>
            <a:fillRect/>
          </a:stretch>
        </p:blipFill>
        <p:spPr>
          <a:xfrm>
            <a:off x="1231900" y="1718734"/>
            <a:ext cx="3304116" cy="3304116"/>
          </a:xfrm>
          <a:prstGeom prst="rect">
            <a:avLst/>
          </a:prstGeom>
        </p:spPr>
      </p:pic>
    </p:spTree>
    <p:extLst>
      <p:ext uri="{BB962C8B-B14F-4D97-AF65-F5344CB8AC3E}">
        <p14:creationId xmlns:p14="http://schemas.microsoft.com/office/powerpoint/2010/main" val="32240938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3"/>
          <p:cNvSpPr>
            <a:spLocks noGrp="1" noChangeArrowheads="1"/>
          </p:cNvSpPr>
          <p:nvPr>
            <p:ph type="body" sz="quarter" idx="13"/>
          </p:nvPr>
        </p:nvSpPr>
        <p:spPr>
          <a:xfrm>
            <a:off x="694413" y="1005088"/>
            <a:ext cx="7115924" cy="3111827"/>
          </a:xfrm>
        </p:spPr>
        <p:txBody>
          <a:bodyPr vert="horz" lIns="91440" tIns="45720" rIns="91440" bIns="45720" rtlCol="0" anchor="t">
            <a:normAutofit/>
          </a:bodyPr>
          <a:lstStyle/>
          <a:p>
            <a:pPr marL="0" indent="0">
              <a:lnSpc>
                <a:spcPct val="110000"/>
              </a:lnSpc>
              <a:spcBef>
                <a:spcPts val="0"/>
              </a:spcBef>
              <a:buNone/>
            </a:pPr>
            <a:r>
              <a:rPr lang="es-MX" sz="2200" dirty="0">
                <a:latin typeface="Aptos"/>
                <a:ea typeface="ＭＳ Ｐゴシック"/>
                <a:cs typeface="Arial"/>
              </a:rPr>
              <a:t>Escalabilidad independiente por servicio</a:t>
            </a:r>
          </a:p>
          <a:p>
            <a:pPr marL="0" indent="0" algn="just">
              <a:lnSpc>
                <a:spcPct val="110000"/>
              </a:lnSpc>
              <a:spcBef>
                <a:spcPts val="0"/>
              </a:spcBef>
              <a:buNone/>
            </a:pPr>
            <a:endParaRPr lang="es-MX" sz="2200" b="0" dirty="0">
              <a:latin typeface="Aptos"/>
              <a:ea typeface="ＭＳ Ｐゴシック"/>
              <a:cs typeface="Arial"/>
            </a:endParaRPr>
          </a:p>
          <a:p>
            <a:pPr marL="0" indent="0" algn="just">
              <a:lnSpc>
                <a:spcPct val="110000"/>
              </a:lnSpc>
              <a:spcBef>
                <a:spcPts val="0"/>
              </a:spcBef>
              <a:buNone/>
            </a:pPr>
            <a:r>
              <a:rPr lang="es-MX" sz="1700" dirty="0">
                <a:latin typeface="Aptos"/>
                <a:ea typeface="ＭＳ Ｐゴシック"/>
                <a:cs typeface="Arial"/>
              </a:rPr>
              <a:t>Por qué</a:t>
            </a:r>
            <a:r>
              <a:rPr lang="es-MX" sz="1700" b="0" dirty="0">
                <a:latin typeface="Aptos"/>
                <a:ea typeface="ＭＳ Ｐゴシック"/>
                <a:cs typeface="Arial"/>
              </a:rPr>
              <a:t>: Cada microservicio funciona como una unidad separada que puede ser escalada de manera autónoma según las necesidades de uso. Esto evita tener que escalar todo el sistema, lo que resulta más eficiente en términos de recursos y costos. Por ejemplo, en un sistema de e-</a:t>
            </a:r>
            <a:r>
              <a:rPr lang="es-MX" sz="1700" b="0" err="1">
                <a:latin typeface="Aptos"/>
                <a:ea typeface="ＭＳ Ｐゴシック"/>
                <a:cs typeface="Arial"/>
              </a:rPr>
              <a:t>commerce</a:t>
            </a:r>
            <a:r>
              <a:rPr lang="es-MX" sz="1700" b="0" dirty="0">
                <a:latin typeface="Aptos"/>
                <a:ea typeface="ＭＳ Ｐゴシック"/>
                <a:cs typeface="Arial"/>
              </a:rPr>
              <a:t>, el servicio de inventario podría requerir más recursos durante las ventas, mientras que el servicio de usuarios permanece estable.</a:t>
            </a:r>
          </a:p>
        </p:txBody>
      </p:sp>
      <p:sp>
        <p:nvSpPr>
          <p:cNvPr id="11266" name="Rectangle 2"/>
          <p:cNvSpPr>
            <a:spLocks noGrp="1" noChangeArrowheads="1"/>
          </p:cNvSpPr>
          <p:nvPr>
            <p:ph type="title" idx="4294967295"/>
          </p:nvPr>
        </p:nvSpPr>
        <p:spPr>
          <a:xfrm>
            <a:off x="793750" y="-142876"/>
            <a:ext cx="10515600" cy="1325563"/>
          </a:xfrm>
        </p:spPr>
        <p:txBody>
          <a:bodyPr>
            <a:normAutofit/>
          </a:bodyPr>
          <a:lstStyle/>
          <a:p>
            <a:r>
              <a:rPr lang="es-AR" sz="3200" b="1" dirty="0">
                <a:latin typeface="Aptos"/>
              </a:rPr>
              <a:t>Ventajas de los Microservicios</a:t>
            </a:r>
            <a:endParaRPr lang="es-ES" sz="3200" b="1" dirty="0">
              <a:latin typeface="Aptos"/>
            </a:endParaRPr>
          </a:p>
        </p:txBody>
      </p:sp>
      <p:sp>
        <p:nvSpPr>
          <p:cNvPr id="3" name="Rectangle 3">
            <a:extLst>
              <a:ext uri="{FF2B5EF4-FFF2-40B4-BE49-F238E27FC236}">
                <a16:creationId xmlns:a16="http://schemas.microsoft.com/office/drawing/2014/main" id="{FF1F6468-B9B3-C15F-524A-B046496E6ED3}"/>
              </a:ext>
            </a:extLst>
          </p:cNvPr>
          <p:cNvSpPr txBox="1">
            <a:spLocks noChangeArrowheads="1"/>
          </p:cNvSpPr>
          <p:nvPr/>
        </p:nvSpPr>
        <p:spPr>
          <a:xfrm>
            <a:off x="694413" y="3724842"/>
            <a:ext cx="7115924" cy="2487411"/>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spcBef>
                <a:spcPts val="0"/>
              </a:spcBef>
              <a:buFont typeface="Arial" panose="020B0604020202020204" pitchFamily="34" charset="0"/>
              <a:buNone/>
            </a:pPr>
            <a:r>
              <a:rPr lang="es-MX" sz="2200" dirty="0">
                <a:latin typeface="Aptos"/>
                <a:ea typeface="ＭＳ Ｐゴシック"/>
                <a:cs typeface="Arial"/>
              </a:rPr>
              <a:t>Despliegues rápidos sin afectar otros servicios</a:t>
            </a:r>
          </a:p>
          <a:p>
            <a:pPr marL="0" indent="0">
              <a:lnSpc>
                <a:spcPct val="110000"/>
              </a:lnSpc>
              <a:spcBef>
                <a:spcPts val="0"/>
              </a:spcBef>
              <a:buFont typeface="Arial" panose="020B0604020202020204" pitchFamily="34" charset="0"/>
              <a:buNone/>
            </a:pPr>
            <a:endParaRPr lang="es-MX" sz="2200" dirty="0">
              <a:latin typeface="Aptos"/>
              <a:ea typeface="ＭＳ Ｐゴシック"/>
              <a:cs typeface="Arial"/>
            </a:endParaRPr>
          </a:p>
          <a:p>
            <a:pPr marL="0" indent="0" algn="just">
              <a:lnSpc>
                <a:spcPct val="110000"/>
              </a:lnSpc>
              <a:spcBef>
                <a:spcPts val="0"/>
              </a:spcBef>
              <a:buFont typeface="Arial" panose="020B0604020202020204" pitchFamily="34" charset="0"/>
              <a:buNone/>
            </a:pPr>
            <a:r>
              <a:rPr lang="es-MX" sz="1700" dirty="0">
                <a:latin typeface="Aptos"/>
                <a:ea typeface="ＭＳ Ｐゴシック"/>
                <a:cs typeface="Arial"/>
              </a:rPr>
              <a:t>Por qué</a:t>
            </a:r>
            <a:r>
              <a:rPr lang="es-MX" sz="1700" b="0" dirty="0">
                <a:latin typeface="Aptos"/>
                <a:ea typeface="ＭＳ Ｐゴシック"/>
                <a:cs typeface="Arial"/>
              </a:rPr>
              <a:t>: La independencia de cada microservicio permite realizar actualizaciones o correcciones en un solo servicio sin interrumpir el funcionamiento de los demás. Esto reduce los riesgos asociados a los despliegues y acelera el tiempo de respuesta frente a errores. Por ejemplo, un cambio en el módulo de facturación no afectará el procesamiento de pedidos.</a:t>
            </a:r>
          </a:p>
        </p:txBody>
      </p:sp>
      <p:pic>
        <p:nvPicPr>
          <p:cNvPr id="5" name="Imagen 4" descr="Microservicio - Iconos gratis de redes">
            <a:extLst>
              <a:ext uri="{FF2B5EF4-FFF2-40B4-BE49-F238E27FC236}">
                <a16:creationId xmlns:a16="http://schemas.microsoft.com/office/drawing/2014/main" id="{649D9A4E-3D2B-E865-89B1-AECC018EC1CF}"/>
              </a:ext>
            </a:extLst>
          </p:cNvPr>
          <p:cNvPicPr>
            <a:picLocks noChangeAspect="1"/>
          </p:cNvPicPr>
          <p:nvPr/>
        </p:nvPicPr>
        <p:blipFill>
          <a:blip r:embed="rId2"/>
          <a:stretch>
            <a:fillRect/>
          </a:stretch>
        </p:blipFill>
        <p:spPr>
          <a:xfrm>
            <a:off x="8663517" y="2080684"/>
            <a:ext cx="2696634" cy="2696634"/>
          </a:xfrm>
          <a:prstGeom prst="rect">
            <a:avLst/>
          </a:prstGeom>
        </p:spPr>
      </p:pic>
    </p:spTree>
    <p:extLst>
      <p:ext uri="{BB962C8B-B14F-4D97-AF65-F5344CB8AC3E}">
        <p14:creationId xmlns:p14="http://schemas.microsoft.com/office/powerpoint/2010/main" val="1013790760"/>
      </p:ext>
    </p:extLst>
  </p:cSld>
  <p:clrMapOvr>
    <a:masterClrMapping/>
  </p:clrMapOvr>
  <p:transition>
    <p:pull dir="d"/>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79424FA7-554C-AA08-8AD4-2243B464B475}"/>
              </a:ext>
            </a:extLst>
          </p:cNvPr>
          <p:cNvSpPr txBox="1">
            <a:spLocks noChangeArrowheads="1"/>
          </p:cNvSpPr>
          <p:nvPr/>
        </p:nvSpPr>
        <p:spPr>
          <a:xfrm>
            <a:off x="4611568" y="1269672"/>
            <a:ext cx="6840757" cy="2243995"/>
          </a:xfrm>
          <a:prstGeom prst="rect">
            <a:avLst/>
          </a:prstGeom>
        </p:spPr>
        <p:txBody>
          <a:bodyPr vert="horz" lIns="91440" tIns="45720" rIns="91440" bIns="45720" rtlCol="0" anchor="t">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10000"/>
              </a:lnSpc>
              <a:spcBef>
                <a:spcPts val="0"/>
              </a:spcBef>
              <a:buFont typeface="Arial" panose="020B0604020202020204" pitchFamily="34" charset="0"/>
              <a:buNone/>
            </a:pPr>
            <a:r>
              <a:rPr lang="es-MX" sz="2200" dirty="0">
                <a:latin typeface="Aptos"/>
                <a:ea typeface="ＭＳ Ｐゴシック"/>
                <a:cs typeface="Arial"/>
              </a:rPr>
              <a:t>Elección de tecnologías adaptadas por cada equipo</a:t>
            </a:r>
            <a:endParaRPr lang="es-ES"/>
          </a:p>
          <a:p>
            <a:pPr marL="0" indent="0" algn="just">
              <a:lnSpc>
                <a:spcPct val="110000"/>
              </a:lnSpc>
              <a:spcBef>
                <a:spcPts val="0"/>
              </a:spcBef>
              <a:buFont typeface="Arial" panose="020B0604020202020204" pitchFamily="34" charset="0"/>
              <a:buNone/>
            </a:pPr>
            <a:endParaRPr lang="es-MX" sz="2200" b="0" dirty="0">
              <a:latin typeface="Aptos"/>
              <a:ea typeface="ＭＳ Ｐゴシック"/>
              <a:cs typeface="Arial"/>
            </a:endParaRPr>
          </a:p>
          <a:p>
            <a:pPr marL="0" indent="0" algn="just">
              <a:lnSpc>
                <a:spcPct val="110000"/>
              </a:lnSpc>
              <a:spcBef>
                <a:spcPts val="0"/>
              </a:spcBef>
              <a:buFont typeface="Arial" panose="020B0604020202020204" pitchFamily="34" charset="0"/>
              <a:buNone/>
            </a:pPr>
            <a:r>
              <a:rPr lang="es-MX" sz="2200" dirty="0">
                <a:latin typeface="Aptos"/>
                <a:ea typeface="ＭＳ Ｐゴシック"/>
                <a:cs typeface="Arial"/>
              </a:rPr>
              <a:t>Por qué</a:t>
            </a:r>
            <a:r>
              <a:rPr lang="es-MX" sz="2200" b="0" dirty="0">
                <a:latin typeface="Aptos"/>
                <a:ea typeface="ＭＳ Ｐゴシック"/>
                <a:cs typeface="Arial"/>
              </a:rPr>
              <a:t>: Los equipos que gestionan un microservicio pueden elegir las tecnologías que mejor se adapten a las necesidades del servicio o al </a:t>
            </a:r>
            <a:r>
              <a:rPr lang="es-MX" sz="2200" b="0" dirty="0" err="1">
                <a:latin typeface="Aptos"/>
                <a:ea typeface="ＭＳ Ｐゴシック"/>
                <a:cs typeface="Arial"/>
              </a:rPr>
              <a:t>expertise</a:t>
            </a:r>
            <a:r>
              <a:rPr lang="es-MX" sz="2200" b="0" dirty="0">
                <a:latin typeface="Aptos"/>
                <a:ea typeface="ＭＳ Ｐゴシック"/>
                <a:cs typeface="Arial"/>
              </a:rPr>
              <a:t> del equipo. Esto fomenta la innovación y permite utilizar herramientas más modernas o específicas. Por ejemplo, un microservicio de análisis de datos podría usar Python y Pandas, mientras que el servicio de pagos podría estar desarrollado en Java.</a:t>
            </a:r>
          </a:p>
        </p:txBody>
      </p:sp>
      <p:sp>
        <p:nvSpPr>
          <p:cNvPr id="4" name="Rectangle 3">
            <a:extLst>
              <a:ext uri="{FF2B5EF4-FFF2-40B4-BE49-F238E27FC236}">
                <a16:creationId xmlns:a16="http://schemas.microsoft.com/office/drawing/2014/main" id="{B35240CD-A2A3-3FE8-1890-DBA1A501D9FB}"/>
              </a:ext>
            </a:extLst>
          </p:cNvPr>
          <p:cNvSpPr txBox="1">
            <a:spLocks noChangeArrowheads="1"/>
          </p:cNvSpPr>
          <p:nvPr/>
        </p:nvSpPr>
        <p:spPr>
          <a:xfrm>
            <a:off x="4611568" y="3513176"/>
            <a:ext cx="6840757" cy="2275745"/>
          </a:xfrm>
          <a:prstGeom prst="rect">
            <a:avLst/>
          </a:prstGeom>
        </p:spPr>
        <p:txBody>
          <a:bodyPr vert="horz" lIns="91440" tIns="45720" rIns="91440" bIns="45720" rtlCol="0" anchor="t">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10000"/>
              </a:lnSpc>
              <a:spcBef>
                <a:spcPts val="0"/>
              </a:spcBef>
              <a:buFont typeface="Arial" panose="020B0604020202020204" pitchFamily="34" charset="0"/>
              <a:buNone/>
            </a:pPr>
            <a:r>
              <a:rPr lang="es-MX" sz="2200" dirty="0">
                <a:latin typeface="Aptos"/>
                <a:ea typeface="ＭＳ Ｐゴシック"/>
                <a:cs typeface="Arial"/>
              </a:rPr>
              <a:t>Alineación organizacional con equipos autónomos</a:t>
            </a:r>
            <a:endParaRPr lang="es-ES"/>
          </a:p>
          <a:p>
            <a:pPr marL="0" indent="0" algn="just">
              <a:lnSpc>
                <a:spcPct val="110000"/>
              </a:lnSpc>
              <a:spcBef>
                <a:spcPts val="0"/>
              </a:spcBef>
              <a:buFont typeface="Arial" panose="020B0604020202020204" pitchFamily="34" charset="0"/>
              <a:buNone/>
            </a:pPr>
            <a:endParaRPr lang="es-MX" sz="2200" b="0" dirty="0">
              <a:latin typeface="Aptos"/>
              <a:ea typeface="ＭＳ Ｐゴシック"/>
              <a:cs typeface="Arial"/>
            </a:endParaRPr>
          </a:p>
          <a:p>
            <a:pPr marL="0" indent="0" algn="just">
              <a:lnSpc>
                <a:spcPct val="110000"/>
              </a:lnSpc>
              <a:spcBef>
                <a:spcPts val="0"/>
              </a:spcBef>
              <a:buFont typeface="Arial" panose="020B0604020202020204" pitchFamily="34" charset="0"/>
              <a:buNone/>
            </a:pPr>
            <a:r>
              <a:rPr lang="es-MX" sz="2200" dirty="0">
                <a:latin typeface="Aptos"/>
                <a:ea typeface="ＭＳ Ｐゴシック"/>
                <a:cs typeface="Arial"/>
              </a:rPr>
              <a:t>Por qué</a:t>
            </a:r>
            <a:r>
              <a:rPr lang="es-MX" sz="2200" b="0" dirty="0">
                <a:latin typeface="Aptos"/>
                <a:ea typeface="ＭＳ Ｐゴシック"/>
                <a:cs typeface="Arial"/>
              </a:rPr>
              <a:t>: Cada microservicio puede ser administrado por un equipo pequeño y especializado, lo que mejora la productividad y la capacidad de respuesta. Esta alineación también fomenta la responsabilidad individual, ya que cada equipo es dueño de su servicio desde el desarrollo hasta la operación. Este modelo coincide con el concepto de "</a:t>
            </a:r>
            <a:r>
              <a:rPr lang="es-MX" sz="2200" b="0" dirty="0" err="1">
                <a:latin typeface="Aptos"/>
                <a:ea typeface="ＭＳ Ｐゴシック"/>
                <a:cs typeface="Arial"/>
              </a:rPr>
              <a:t>Conway’s</a:t>
            </a:r>
            <a:r>
              <a:rPr lang="es-MX" sz="2200" b="0" dirty="0">
                <a:latin typeface="Aptos"/>
                <a:ea typeface="ＭＳ Ｐゴシック"/>
                <a:cs typeface="Arial"/>
              </a:rPr>
              <a:t> </a:t>
            </a:r>
            <a:r>
              <a:rPr lang="es-MX" sz="2200" b="0" dirty="0" err="1">
                <a:latin typeface="Aptos"/>
                <a:ea typeface="ＭＳ Ｐゴシック"/>
                <a:cs typeface="Arial"/>
              </a:rPr>
              <a:t>Law</a:t>
            </a:r>
            <a:r>
              <a:rPr lang="es-MX" sz="2200" b="0" dirty="0">
                <a:latin typeface="Aptos"/>
                <a:ea typeface="ＭＳ Ｐゴシック"/>
                <a:cs typeface="Arial"/>
              </a:rPr>
              <a:t>", donde la estructura del software tiende a reflejar la estructura de la organización.</a:t>
            </a:r>
          </a:p>
        </p:txBody>
      </p:sp>
      <p:pic>
        <p:nvPicPr>
          <p:cNvPr id="5" name="Imagen 4" descr="Microservicio - Iconos gratis de redes">
            <a:extLst>
              <a:ext uri="{FF2B5EF4-FFF2-40B4-BE49-F238E27FC236}">
                <a16:creationId xmlns:a16="http://schemas.microsoft.com/office/drawing/2014/main" id="{417BA369-62AA-BF1D-B36E-B24F1F554C30}"/>
              </a:ext>
            </a:extLst>
          </p:cNvPr>
          <p:cNvPicPr>
            <a:picLocks noChangeAspect="1"/>
          </p:cNvPicPr>
          <p:nvPr/>
        </p:nvPicPr>
        <p:blipFill>
          <a:blip r:embed="rId2"/>
          <a:stretch>
            <a:fillRect/>
          </a:stretch>
        </p:blipFill>
        <p:spPr>
          <a:xfrm>
            <a:off x="967317" y="2142067"/>
            <a:ext cx="2743200" cy="2743200"/>
          </a:xfrm>
          <a:prstGeom prst="rect">
            <a:avLst/>
          </a:prstGeom>
        </p:spPr>
      </p:pic>
      <p:sp>
        <p:nvSpPr>
          <p:cNvPr id="9" name="Rectangle 2">
            <a:extLst>
              <a:ext uri="{FF2B5EF4-FFF2-40B4-BE49-F238E27FC236}">
                <a16:creationId xmlns:a16="http://schemas.microsoft.com/office/drawing/2014/main" id="{0C8C7424-1A31-902E-6E91-BFCA9B02EB80}"/>
              </a:ext>
            </a:extLst>
          </p:cNvPr>
          <p:cNvSpPr txBox="1">
            <a:spLocks noChangeArrowheads="1"/>
          </p:cNvSpPr>
          <p:nvPr/>
        </p:nvSpPr>
        <p:spPr>
          <a:xfrm>
            <a:off x="793750" y="-142876"/>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AR" sz="3200" b="1" dirty="0">
                <a:latin typeface="Aptos"/>
              </a:rPr>
              <a:t>Ventajas de los Microservicios</a:t>
            </a:r>
            <a:endParaRPr lang="es-ES" sz="3200" b="1" dirty="0">
              <a:latin typeface="Aptos"/>
            </a:endParaRPr>
          </a:p>
        </p:txBody>
      </p:sp>
    </p:spTree>
    <p:extLst>
      <p:ext uri="{BB962C8B-B14F-4D97-AF65-F5344CB8AC3E}">
        <p14:creationId xmlns:p14="http://schemas.microsoft.com/office/powerpoint/2010/main" val="805110186"/>
      </p:ext>
    </p:extLst>
  </p:cSld>
  <p:clrMapOvr>
    <a:masterClrMapping/>
  </p:clrMapOvr>
  <p:transition>
    <p:pull dir="d"/>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0F757B03-9327-B144-36A0-D0C118A7A28D}"/>
              </a:ext>
            </a:extLst>
          </p:cNvPr>
          <p:cNvSpPr>
            <a:spLocks noGrp="1"/>
          </p:cNvSpPr>
          <p:nvPr>
            <p:ph type="body" sz="quarter" idx="13"/>
          </p:nvPr>
        </p:nvSpPr>
        <p:spPr>
          <a:xfrm>
            <a:off x="3774831" y="405838"/>
            <a:ext cx="7652797" cy="469685"/>
          </a:xfrm>
        </p:spPr>
        <p:txBody>
          <a:bodyPr/>
          <a:lstStyle/>
          <a:p>
            <a:r>
              <a:rPr lang="es-MX" dirty="0"/>
              <a:t>Desafíos de los Microservicios</a:t>
            </a:r>
            <a:endParaRPr lang="es-CL" dirty="0"/>
          </a:p>
        </p:txBody>
      </p:sp>
      <p:sp>
        <p:nvSpPr>
          <p:cNvPr id="4" name="Marcador de contenido 2">
            <a:extLst>
              <a:ext uri="{FF2B5EF4-FFF2-40B4-BE49-F238E27FC236}">
                <a16:creationId xmlns:a16="http://schemas.microsoft.com/office/drawing/2014/main" id="{E8FA994C-CF53-B2C5-B6CD-527850BA7F59}"/>
              </a:ext>
            </a:extLst>
          </p:cNvPr>
          <p:cNvSpPr txBox="1">
            <a:spLocks/>
          </p:cNvSpPr>
          <p:nvPr/>
        </p:nvSpPr>
        <p:spPr>
          <a:xfrm>
            <a:off x="2040788" y="743264"/>
            <a:ext cx="5255200" cy="5117313"/>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MX" sz="2000" dirty="0">
                <a:latin typeface="Aptos"/>
              </a:rPr>
              <a:t>Complejidad en la comunicación y monitoreo entre servicios.</a:t>
            </a:r>
            <a:endParaRPr lang="es-ES" sz="2000">
              <a:latin typeface="Aptos"/>
            </a:endParaRPr>
          </a:p>
          <a:p>
            <a:pPr>
              <a:buFont typeface="Arial" panose="020B0604020202020204" pitchFamily="34" charset="0"/>
              <a:buChar char="•"/>
            </a:pPr>
            <a:r>
              <a:rPr lang="es-MX" sz="2000" dirty="0">
                <a:latin typeface="Aptos"/>
              </a:rPr>
              <a:t>Gestión de transacciones distribuidas y consistencia de datos.</a:t>
            </a:r>
          </a:p>
          <a:p>
            <a:r>
              <a:rPr lang="es-MX" sz="2000" dirty="0">
                <a:latin typeface="Aptos"/>
              </a:rPr>
              <a:t>Necesidad de herramientas avanzadas de monitoreo operacional y </a:t>
            </a:r>
            <a:r>
              <a:rPr lang="es-MX" sz="2000" err="1">
                <a:latin typeface="Aptos"/>
              </a:rPr>
              <a:t>observabilidad</a:t>
            </a:r>
            <a:r>
              <a:rPr lang="es-MX" sz="2000" dirty="0">
                <a:latin typeface="Aptos"/>
              </a:rPr>
              <a:t>.</a:t>
            </a:r>
          </a:p>
          <a:p>
            <a:r>
              <a:rPr lang="es-MX" sz="2000" dirty="0">
                <a:latin typeface="Aptos"/>
              </a:rPr>
              <a:t>Costos de infraestructura y complejidad operativa.</a:t>
            </a:r>
          </a:p>
        </p:txBody>
      </p:sp>
      <p:sp>
        <p:nvSpPr>
          <p:cNvPr id="5" name="Forma libre 14">
            <a:extLst>
              <a:ext uri="{FF2B5EF4-FFF2-40B4-BE49-F238E27FC236}">
                <a16:creationId xmlns:a16="http://schemas.microsoft.com/office/drawing/2014/main" id="{D396C9A9-3E31-B3A4-1A05-3AEDD8D4E8A8}"/>
              </a:ext>
            </a:extLst>
          </p:cNvPr>
          <p:cNvSpPr/>
          <p:nvPr/>
        </p:nvSpPr>
        <p:spPr>
          <a:xfrm>
            <a:off x="2209036" y="5329894"/>
            <a:ext cx="2353997" cy="668266"/>
          </a:xfrm>
          <a:custGeom>
            <a:avLst/>
            <a:gdLst>
              <a:gd name="connsiteX0" fmla="*/ 0 w 891671"/>
              <a:gd name="connsiteY0" fmla="*/ 89167 h 1448222"/>
              <a:gd name="connsiteX1" fmla="*/ 89167 w 891671"/>
              <a:gd name="connsiteY1" fmla="*/ 0 h 1448222"/>
              <a:gd name="connsiteX2" fmla="*/ 802504 w 891671"/>
              <a:gd name="connsiteY2" fmla="*/ 0 h 1448222"/>
              <a:gd name="connsiteX3" fmla="*/ 891671 w 891671"/>
              <a:gd name="connsiteY3" fmla="*/ 89167 h 1448222"/>
              <a:gd name="connsiteX4" fmla="*/ 891671 w 891671"/>
              <a:gd name="connsiteY4" fmla="*/ 1359055 h 1448222"/>
              <a:gd name="connsiteX5" fmla="*/ 802504 w 891671"/>
              <a:gd name="connsiteY5" fmla="*/ 1448222 h 1448222"/>
              <a:gd name="connsiteX6" fmla="*/ 89167 w 891671"/>
              <a:gd name="connsiteY6" fmla="*/ 1448222 h 1448222"/>
              <a:gd name="connsiteX7" fmla="*/ 0 w 891671"/>
              <a:gd name="connsiteY7" fmla="*/ 1359055 h 1448222"/>
              <a:gd name="connsiteX8" fmla="*/ 0 w 891671"/>
              <a:gd name="connsiteY8" fmla="*/ 89167 h 1448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91671" h="1448222">
                <a:moveTo>
                  <a:pt x="0" y="89167"/>
                </a:moveTo>
                <a:cubicBezTo>
                  <a:pt x="0" y="39921"/>
                  <a:pt x="39921" y="0"/>
                  <a:pt x="89167" y="0"/>
                </a:cubicBezTo>
                <a:lnTo>
                  <a:pt x="802504" y="0"/>
                </a:lnTo>
                <a:cubicBezTo>
                  <a:pt x="851750" y="0"/>
                  <a:pt x="891671" y="39921"/>
                  <a:pt x="891671" y="89167"/>
                </a:cubicBezTo>
                <a:lnTo>
                  <a:pt x="891671" y="1359055"/>
                </a:lnTo>
                <a:cubicBezTo>
                  <a:pt x="891671" y="1408301"/>
                  <a:pt x="851750" y="1448222"/>
                  <a:pt x="802504" y="1448222"/>
                </a:cubicBezTo>
                <a:lnTo>
                  <a:pt x="89167" y="1448222"/>
                </a:lnTo>
                <a:cubicBezTo>
                  <a:pt x="39921" y="1448222"/>
                  <a:pt x="0" y="1408301"/>
                  <a:pt x="0" y="1359055"/>
                </a:cubicBezTo>
                <a:lnTo>
                  <a:pt x="0" y="89167"/>
                </a:lnTo>
                <a:close/>
              </a:path>
            </a:pathLst>
          </a:custGeom>
          <a:ln>
            <a:solidFill>
              <a:schemeClr val="tx1"/>
            </a:solidFill>
          </a:ln>
        </p:spPr>
        <p:style>
          <a:lnRef idx="2">
            <a:schemeClr val="accent1"/>
          </a:lnRef>
          <a:fillRef idx="1">
            <a:schemeClr val="lt1"/>
          </a:fillRef>
          <a:effectRef idx="0">
            <a:schemeClr val="accent1"/>
          </a:effectRef>
          <a:fontRef idx="minor">
            <a:schemeClr val="dk1"/>
          </a:fontRef>
        </p:style>
        <p:txBody>
          <a:bodyPr spcFirstLastPara="0" vert="horz" wrap="square" lIns="73880" tIns="73880" rIns="73880" bIns="73880" numCol="1" spcCol="1270" anchor="ctr" anchorCtr="0">
            <a:noAutofit/>
          </a:bodyPr>
          <a:lstStyle/>
          <a:p>
            <a:pPr algn="ctr" defTabSz="633413">
              <a:lnSpc>
                <a:spcPct val="90000"/>
              </a:lnSpc>
              <a:spcBef>
                <a:spcPct val="0"/>
              </a:spcBef>
              <a:spcAft>
                <a:spcPct val="35000"/>
              </a:spcAft>
            </a:pPr>
            <a:r>
              <a:rPr lang="es-ES" b="1" dirty="0"/>
              <a:t>Desafío</a:t>
            </a:r>
          </a:p>
        </p:txBody>
      </p:sp>
      <p:sp>
        <p:nvSpPr>
          <p:cNvPr id="6" name="Forma libre 14">
            <a:extLst>
              <a:ext uri="{FF2B5EF4-FFF2-40B4-BE49-F238E27FC236}">
                <a16:creationId xmlns:a16="http://schemas.microsoft.com/office/drawing/2014/main" id="{8C2F1D26-57B2-DF7A-FC74-8EF71EBB9A71}"/>
              </a:ext>
            </a:extLst>
          </p:cNvPr>
          <p:cNvSpPr/>
          <p:nvPr/>
        </p:nvSpPr>
        <p:spPr>
          <a:xfrm>
            <a:off x="4563033" y="5329894"/>
            <a:ext cx="2353997" cy="668266"/>
          </a:xfrm>
          <a:custGeom>
            <a:avLst/>
            <a:gdLst>
              <a:gd name="connsiteX0" fmla="*/ 0 w 891671"/>
              <a:gd name="connsiteY0" fmla="*/ 89167 h 1448222"/>
              <a:gd name="connsiteX1" fmla="*/ 89167 w 891671"/>
              <a:gd name="connsiteY1" fmla="*/ 0 h 1448222"/>
              <a:gd name="connsiteX2" fmla="*/ 802504 w 891671"/>
              <a:gd name="connsiteY2" fmla="*/ 0 h 1448222"/>
              <a:gd name="connsiteX3" fmla="*/ 891671 w 891671"/>
              <a:gd name="connsiteY3" fmla="*/ 89167 h 1448222"/>
              <a:gd name="connsiteX4" fmla="*/ 891671 w 891671"/>
              <a:gd name="connsiteY4" fmla="*/ 1359055 h 1448222"/>
              <a:gd name="connsiteX5" fmla="*/ 802504 w 891671"/>
              <a:gd name="connsiteY5" fmla="*/ 1448222 h 1448222"/>
              <a:gd name="connsiteX6" fmla="*/ 89167 w 891671"/>
              <a:gd name="connsiteY6" fmla="*/ 1448222 h 1448222"/>
              <a:gd name="connsiteX7" fmla="*/ 0 w 891671"/>
              <a:gd name="connsiteY7" fmla="*/ 1359055 h 1448222"/>
              <a:gd name="connsiteX8" fmla="*/ 0 w 891671"/>
              <a:gd name="connsiteY8" fmla="*/ 89167 h 1448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91671" h="1448222">
                <a:moveTo>
                  <a:pt x="0" y="89167"/>
                </a:moveTo>
                <a:cubicBezTo>
                  <a:pt x="0" y="39921"/>
                  <a:pt x="39921" y="0"/>
                  <a:pt x="89167" y="0"/>
                </a:cubicBezTo>
                <a:lnTo>
                  <a:pt x="802504" y="0"/>
                </a:lnTo>
                <a:cubicBezTo>
                  <a:pt x="851750" y="0"/>
                  <a:pt x="891671" y="39921"/>
                  <a:pt x="891671" y="89167"/>
                </a:cubicBezTo>
                <a:lnTo>
                  <a:pt x="891671" y="1359055"/>
                </a:lnTo>
                <a:cubicBezTo>
                  <a:pt x="891671" y="1408301"/>
                  <a:pt x="851750" y="1448222"/>
                  <a:pt x="802504" y="1448222"/>
                </a:cubicBezTo>
                <a:lnTo>
                  <a:pt x="89167" y="1448222"/>
                </a:lnTo>
                <a:cubicBezTo>
                  <a:pt x="39921" y="1448222"/>
                  <a:pt x="0" y="1408301"/>
                  <a:pt x="0" y="1359055"/>
                </a:cubicBezTo>
                <a:lnTo>
                  <a:pt x="0" y="89167"/>
                </a:lnTo>
                <a:close/>
              </a:path>
            </a:pathLst>
          </a:custGeom>
          <a:ln>
            <a:solidFill>
              <a:schemeClr val="tx1"/>
            </a:solidFill>
          </a:ln>
        </p:spPr>
        <p:style>
          <a:lnRef idx="2">
            <a:schemeClr val="accent1"/>
          </a:lnRef>
          <a:fillRef idx="1">
            <a:schemeClr val="lt1"/>
          </a:fillRef>
          <a:effectRef idx="0">
            <a:schemeClr val="accent1"/>
          </a:effectRef>
          <a:fontRef idx="minor">
            <a:schemeClr val="dk1"/>
          </a:fontRef>
        </p:style>
        <p:txBody>
          <a:bodyPr spcFirstLastPara="0" vert="horz" wrap="square" lIns="73880" tIns="73880" rIns="73880" bIns="73880" numCol="1" spcCol="1270" anchor="ctr" anchorCtr="0">
            <a:noAutofit/>
          </a:bodyPr>
          <a:lstStyle/>
          <a:p>
            <a:pPr algn="ctr" defTabSz="633413">
              <a:lnSpc>
                <a:spcPct val="90000"/>
              </a:lnSpc>
              <a:spcBef>
                <a:spcPct val="0"/>
              </a:spcBef>
              <a:spcAft>
                <a:spcPct val="35000"/>
              </a:spcAft>
            </a:pPr>
            <a:r>
              <a:rPr lang="es-ES" b="1" dirty="0"/>
              <a:t>Solución</a:t>
            </a:r>
          </a:p>
        </p:txBody>
      </p:sp>
      <p:sp>
        <p:nvSpPr>
          <p:cNvPr id="9" name="Rectangle 3">
            <a:extLst>
              <a:ext uri="{FF2B5EF4-FFF2-40B4-BE49-F238E27FC236}">
                <a16:creationId xmlns:a16="http://schemas.microsoft.com/office/drawing/2014/main" id="{2108DAF0-074E-6451-E97C-AAAAED4848D0}"/>
              </a:ext>
            </a:extLst>
          </p:cNvPr>
          <p:cNvSpPr txBox="1">
            <a:spLocks noChangeArrowheads="1"/>
          </p:cNvSpPr>
          <p:nvPr/>
        </p:nvSpPr>
        <p:spPr>
          <a:xfrm>
            <a:off x="7566479" y="4698612"/>
            <a:ext cx="4477354" cy="1122269"/>
          </a:xfrm>
          <a:prstGeom prst="rect">
            <a:avLst/>
          </a:prstGeom>
        </p:spPr>
        <p:txBody>
          <a:bodyPr vert="horz" lIns="91440" tIns="45720" rIns="91440" bIns="45720" rtlCol="0" anchor="ctr">
            <a:normAutofit/>
          </a:bodyPr>
          <a:lstStyle>
            <a:lvl1pPr marL="0" indent="0" algn="r" defTabSz="914400" rtl="0" eaLnBrk="1" latinLnBrk="0" hangingPunct="1">
              <a:lnSpc>
                <a:spcPct val="90000"/>
              </a:lnSpc>
              <a:spcBef>
                <a:spcPts val="1000"/>
              </a:spcBef>
              <a:buFont typeface="Arial" panose="020B0604020202020204" pitchFamily="34" charset="0"/>
              <a:buNone/>
              <a:defRPr sz="3200" b="1"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10000"/>
              </a:lnSpc>
              <a:spcBef>
                <a:spcPts val="0"/>
              </a:spcBef>
            </a:pPr>
            <a:r>
              <a:rPr lang="es-MX" sz="1800" dirty="0">
                <a:latin typeface="Aptos"/>
                <a:ea typeface="ＭＳ Ｐゴシック"/>
                <a:cs typeface="Arial"/>
              </a:rPr>
              <a:t>¿Monitoreo?</a:t>
            </a:r>
          </a:p>
          <a:p>
            <a:pPr algn="ctr">
              <a:lnSpc>
                <a:spcPct val="110000"/>
              </a:lnSpc>
              <a:spcBef>
                <a:spcPts val="0"/>
              </a:spcBef>
            </a:pPr>
            <a:r>
              <a:rPr lang="es-MX" sz="1800" dirty="0">
                <a:latin typeface="Aptos"/>
                <a:ea typeface="ＭＳ Ｐゴシック"/>
                <a:cs typeface="Arial"/>
              </a:rPr>
              <a:t>¿Ciberseguridad?</a:t>
            </a:r>
          </a:p>
        </p:txBody>
      </p:sp>
      <p:pic>
        <p:nvPicPr>
          <p:cNvPr id="7" name="Imagen 6" descr="Microservicio - Iconos gratis de redes">
            <a:extLst>
              <a:ext uri="{FF2B5EF4-FFF2-40B4-BE49-F238E27FC236}">
                <a16:creationId xmlns:a16="http://schemas.microsoft.com/office/drawing/2014/main" id="{03CF8E49-BC41-7C0F-DDE0-4BDCB50DB805}"/>
              </a:ext>
            </a:extLst>
          </p:cNvPr>
          <p:cNvPicPr>
            <a:picLocks noChangeAspect="1"/>
          </p:cNvPicPr>
          <p:nvPr/>
        </p:nvPicPr>
        <p:blipFill>
          <a:blip r:embed="rId2"/>
          <a:stretch>
            <a:fillRect/>
          </a:stretch>
        </p:blipFill>
        <p:spPr>
          <a:xfrm>
            <a:off x="8428567" y="1803400"/>
            <a:ext cx="2743200" cy="2743200"/>
          </a:xfrm>
          <a:prstGeom prst="rect">
            <a:avLst/>
          </a:prstGeom>
        </p:spPr>
      </p:pic>
    </p:spTree>
    <p:extLst>
      <p:ext uri="{BB962C8B-B14F-4D97-AF65-F5344CB8AC3E}">
        <p14:creationId xmlns:p14="http://schemas.microsoft.com/office/powerpoint/2010/main" val="4963145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647D0-8FA9-ABA0-5A47-F2270B5974D0}"/>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B037FC69-F1F7-C00B-792D-B26A0CF0ACF4}"/>
              </a:ext>
            </a:extLst>
          </p:cNvPr>
          <p:cNvSpPr>
            <a:spLocks noGrp="1"/>
          </p:cNvSpPr>
          <p:nvPr>
            <p:ph type="body" sz="quarter" idx="13"/>
          </p:nvPr>
        </p:nvSpPr>
        <p:spPr>
          <a:xfrm>
            <a:off x="1805355" y="405838"/>
            <a:ext cx="9622274" cy="469685"/>
          </a:xfrm>
        </p:spPr>
        <p:txBody>
          <a:bodyPr/>
          <a:lstStyle/>
          <a:p>
            <a:r>
              <a:rPr lang="es-MX" dirty="0"/>
              <a:t>Patrones de Comunicación entre Microservicios</a:t>
            </a:r>
            <a:endParaRPr lang="es-CL" dirty="0"/>
          </a:p>
        </p:txBody>
      </p:sp>
      <p:sp>
        <p:nvSpPr>
          <p:cNvPr id="3" name="Rectangle 3">
            <a:extLst>
              <a:ext uri="{FF2B5EF4-FFF2-40B4-BE49-F238E27FC236}">
                <a16:creationId xmlns:a16="http://schemas.microsoft.com/office/drawing/2014/main" id="{9990F5D4-83C8-5A8E-348C-7919AB6F755F}"/>
              </a:ext>
            </a:extLst>
          </p:cNvPr>
          <p:cNvSpPr txBox="1">
            <a:spLocks noChangeArrowheads="1"/>
          </p:cNvSpPr>
          <p:nvPr/>
        </p:nvSpPr>
        <p:spPr>
          <a:xfrm>
            <a:off x="1821357" y="1568452"/>
            <a:ext cx="7714924" cy="469686"/>
          </a:xfrm>
          <a:prstGeom prst="rect">
            <a:avLst/>
          </a:prstGeom>
        </p:spPr>
        <p:txBody>
          <a:bodyPr vert="horz" lIns="91440" tIns="45720" rIns="91440" bIns="45720" rtlCol="0" anchor="t">
            <a:noAutofit/>
          </a:bodyPr>
          <a:lstStyle>
            <a:lvl1pPr marL="0" indent="0" algn="r" defTabSz="914400" rtl="0" eaLnBrk="1" latinLnBrk="0" hangingPunct="1">
              <a:lnSpc>
                <a:spcPct val="90000"/>
              </a:lnSpc>
              <a:spcBef>
                <a:spcPts val="1000"/>
              </a:spcBef>
              <a:buFont typeface="Arial" panose="020B0604020202020204" pitchFamily="34" charset="0"/>
              <a:buNone/>
              <a:defRPr sz="3200" b="1"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20000"/>
              </a:lnSpc>
            </a:pPr>
            <a:r>
              <a:rPr lang="es-MX" sz="2400" b="0" dirty="0">
                <a:latin typeface="Aptos"/>
                <a:cs typeface="Arial"/>
              </a:rPr>
              <a:t>Comunicación Síncrona (REST, </a:t>
            </a:r>
            <a:r>
              <a:rPr lang="es-MX" sz="2400" b="0" err="1">
                <a:latin typeface="Aptos"/>
                <a:cs typeface="Arial"/>
              </a:rPr>
              <a:t>gRPC</a:t>
            </a:r>
            <a:r>
              <a:rPr lang="es-MX" sz="2400" b="0" dirty="0">
                <a:latin typeface="Aptos"/>
                <a:cs typeface="Arial"/>
              </a:rPr>
              <a:t>)</a:t>
            </a:r>
            <a:endParaRPr lang="es-AR" sz="2400" i="1" dirty="0">
              <a:latin typeface="Aptos"/>
              <a:cs typeface="Arial"/>
            </a:endParaRPr>
          </a:p>
        </p:txBody>
      </p:sp>
      <p:sp>
        <p:nvSpPr>
          <p:cNvPr id="7" name="Rectangle 3">
            <a:extLst>
              <a:ext uri="{FF2B5EF4-FFF2-40B4-BE49-F238E27FC236}">
                <a16:creationId xmlns:a16="http://schemas.microsoft.com/office/drawing/2014/main" id="{69CDFB71-1BBB-8E65-9487-63F5576FF75E}"/>
              </a:ext>
            </a:extLst>
          </p:cNvPr>
          <p:cNvSpPr txBox="1">
            <a:spLocks noChangeArrowheads="1"/>
          </p:cNvSpPr>
          <p:nvPr/>
        </p:nvSpPr>
        <p:spPr>
          <a:xfrm>
            <a:off x="1833801" y="3079750"/>
            <a:ext cx="9028723" cy="469686"/>
          </a:xfrm>
          <a:prstGeom prst="rect">
            <a:avLst/>
          </a:prstGeom>
        </p:spPr>
        <p:txBody>
          <a:bodyPr vert="horz" lIns="91440" tIns="45720" rIns="91440" bIns="45720" rtlCol="0" anchor="t">
            <a:noAutofit/>
          </a:bodyPr>
          <a:lstStyle>
            <a:lvl1pPr marL="0" indent="0" algn="r" defTabSz="914400" rtl="0" eaLnBrk="1" latinLnBrk="0" hangingPunct="1">
              <a:lnSpc>
                <a:spcPct val="90000"/>
              </a:lnSpc>
              <a:spcBef>
                <a:spcPts val="1000"/>
              </a:spcBef>
              <a:buFont typeface="Arial" panose="020B0604020202020204" pitchFamily="34" charset="0"/>
              <a:buNone/>
              <a:defRPr sz="3200" b="1"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20000"/>
              </a:lnSpc>
            </a:pPr>
            <a:r>
              <a:rPr lang="es-MX" sz="2400" b="0" dirty="0">
                <a:latin typeface="Aptos"/>
                <a:cs typeface="Arial"/>
              </a:rPr>
              <a:t>Comunicación Asíncrona (Mensajería, Eventos)</a:t>
            </a:r>
            <a:endParaRPr lang="es-AR" sz="2400" i="1">
              <a:latin typeface="Aptos"/>
              <a:cs typeface="Arial"/>
            </a:endParaRPr>
          </a:p>
        </p:txBody>
      </p:sp>
      <p:sp>
        <p:nvSpPr>
          <p:cNvPr id="10" name="Rectangle 3">
            <a:extLst>
              <a:ext uri="{FF2B5EF4-FFF2-40B4-BE49-F238E27FC236}">
                <a16:creationId xmlns:a16="http://schemas.microsoft.com/office/drawing/2014/main" id="{A49E3B24-7D69-AEE7-5CFA-09EFE16CA799}"/>
              </a:ext>
            </a:extLst>
          </p:cNvPr>
          <p:cNvSpPr txBox="1">
            <a:spLocks noChangeArrowheads="1"/>
          </p:cNvSpPr>
          <p:nvPr/>
        </p:nvSpPr>
        <p:spPr>
          <a:xfrm>
            <a:off x="1829287" y="4569120"/>
            <a:ext cx="9028723" cy="469686"/>
          </a:xfrm>
          <a:prstGeom prst="rect">
            <a:avLst/>
          </a:prstGeom>
        </p:spPr>
        <p:txBody>
          <a:bodyPr vert="horz" lIns="91440" tIns="45720" rIns="91440" bIns="45720" rtlCol="0" anchor="t">
            <a:noAutofit/>
          </a:bodyPr>
          <a:lstStyle>
            <a:lvl1pPr marL="0" indent="0" algn="r" defTabSz="914400" rtl="0" eaLnBrk="1" latinLnBrk="0" hangingPunct="1">
              <a:lnSpc>
                <a:spcPct val="90000"/>
              </a:lnSpc>
              <a:spcBef>
                <a:spcPts val="1000"/>
              </a:spcBef>
              <a:buFont typeface="Arial" panose="020B0604020202020204" pitchFamily="34" charset="0"/>
              <a:buNone/>
              <a:defRPr sz="3200" b="1"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20000"/>
              </a:lnSpc>
            </a:pPr>
            <a:r>
              <a:rPr lang="es-MX" sz="2400" b="0" dirty="0">
                <a:latin typeface="Aptos"/>
                <a:cs typeface="Arial"/>
              </a:rPr>
              <a:t>Eventos Distribuidos</a:t>
            </a:r>
            <a:endParaRPr lang="es-AR" sz="2400" i="1">
              <a:latin typeface="Aptos"/>
              <a:cs typeface="Arial"/>
            </a:endParaRPr>
          </a:p>
        </p:txBody>
      </p:sp>
      <p:sp>
        <p:nvSpPr>
          <p:cNvPr id="16" name="CuadroTexto 15">
            <a:extLst>
              <a:ext uri="{FF2B5EF4-FFF2-40B4-BE49-F238E27FC236}">
                <a16:creationId xmlns:a16="http://schemas.microsoft.com/office/drawing/2014/main" id="{A70F5B4A-A1BC-74E5-C0A4-75FABCE65D78}"/>
              </a:ext>
            </a:extLst>
          </p:cNvPr>
          <p:cNvSpPr txBox="1"/>
          <p:nvPr/>
        </p:nvSpPr>
        <p:spPr>
          <a:xfrm>
            <a:off x="1829287" y="2157685"/>
            <a:ext cx="6846767" cy="830997"/>
          </a:xfrm>
          <a:prstGeom prst="rect">
            <a:avLst/>
          </a:prstGeom>
          <a:noFill/>
        </p:spPr>
        <p:txBody>
          <a:bodyPr wrap="square" lIns="91440" tIns="45720" rIns="91440" bIns="45720" anchor="t">
            <a:spAutoFit/>
          </a:bodyPr>
          <a:lstStyle/>
          <a:p>
            <a:pPr algn="just"/>
            <a:r>
              <a:rPr lang="es-MX" sz="1600" dirty="0"/>
              <a:t>En este patrón, un microservicio realiza una solicitud directa a otro y espera una respuesta inmediata. Es ideal para operaciones que requieren respuestas en tiempo real, aunque puede ser sensible a fallos en la red.</a:t>
            </a:r>
            <a:endParaRPr lang="es-CL" sz="1600" dirty="0"/>
          </a:p>
        </p:txBody>
      </p:sp>
      <p:sp>
        <p:nvSpPr>
          <p:cNvPr id="18" name="CuadroTexto 17">
            <a:extLst>
              <a:ext uri="{FF2B5EF4-FFF2-40B4-BE49-F238E27FC236}">
                <a16:creationId xmlns:a16="http://schemas.microsoft.com/office/drawing/2014/main" id="{CB8064F1-A052-CCAA-D6E6-778822C666E2}"/>
              </a:ext>
            </a:extLst>
          </p:cNvPr>
          <p:cNvSpPr txBox="1"/>
          <p:nvPr/>
        </p:nvSpPr>
        <p:spPr>
          <a:xfrm>
            <a:off x="1833801" y="3675083"/>
            <a:ext cx="6857350" cy="830997"/>
          </a:xfrm>
          <a:prstGeom prst="rect">
            <a:avLst/>
          </a:prstGeom>
          <a:noFill/>
        </p:spPr>
        <p:txBody>
          <a:bodyPr wrap="square" lIns="91440" tIns="45720" rIns="91440" bIns="45720" anchor="t">
            <a:spAutoFit/>
          </a:bodyPr>
          <a:lstStyle/>
          <a:p>
            <a:pPr algn="just"/>
            <a:r>
              <a:rPr lang="es-MX" sz="1600" dirty="0"/>
              <a:t>En este patrón, los microservicios se comunican mediante mensajes o eventos sin esperar una respuesta inmediata, lo que permite un mayor desacoplamiento y resiliencia.</a:t>
            </a:r>
            <a:endParaRPr lang="es-CL" sz="1600" dirty="0"/>
          </a:p>
        </p:txBody>
      </p:sp>
      <p:sp>
        <p:nvSpPr>
          <p:cNvPr id="19" name="CuadroTexto 18">
            <a:extLst>
              <a:ext uri="{FF2B5EF4-FFF2-40B4-BE49-F238E27FC236}">
                <a16:creationId xmlns:a16="http://schemas.microsoft.com/office/drawing/2014/main" id="{C0AE5FAC-61D5-F5AA-2EF6-5C69F7E3EA78}"/>
              </a:ext>
            </a:extLst>
          </p:cNvPr>
          <p:cNvSpPr txBox="1"/>
          <p:nvPr/>
        </p:nvSpPr>
        <p:spPr>
          <a:xfrm>
            <a:off x="1829287" y="5229306"/>
            <a:ext cx="6857350" cy="830997"/>
          </a:xfrm>
          <a:prstGeom prst="rect">
            <a:avLst/>
          </a:prstGeom>
          <a:noFill/>
        </p:spPr>
        <p:txBody>
          <a:bodyPr wrap="square" lIns="91440" tIns="45720" rIns="91440" bIns="45720" anchor="t">
            <a:spAutoFit/>
          </a:bodyPr>
          <a:lstStyle/>
          <a:p>
            <a:pPr algn="just"/>
            <a:r>
              <a:rPr lang="es-CL" sz="1600" dirty="0"/>
              <a:t>Este patrón utiliza colas de mensajes o sistemas de </a:t>
            </a:r>
            <a:r>
              <a:rPr lang="es-CL" sz="1600" err="1"/>
              <a:t>streaming</a:t>
            </a:r>
            <a:r>
              <a:rPr lang="es-CL" sz="1600" dirty="0"/>
              <a:t> para propagar eventos a múltiples microservicios simultáneamente, permitiendo actualizaciones en paralelo sin bloquear procesos.</a:t>
            </a:r>
            <a:endParaRPr lang="es-ES"/>
          </a:p>
        </p:txBody>
      </p:sp>
      <p:pic>
        <p:nvPicPr>
          <p:cNvPr id="6" name="Imagen 5" descr="Icono de Microservicio Generic color outline | Freepik">
            <a:extLst>
              <a:ext uri="{FF2B5EF4-FFF2-40B4-BE49-F238E27FC236}">
                <a16:creationId xmlns:a16="http://schemas.microsoft.com/office/drawing/2014/main" id="{9EB4604E-219A-716A-EE08-E5E52223C03F}"/>
              </a:ext>
            </a:extLst>
          </p:cNvPr>
          <p:cNvPicPr>
            <a:picLocks noChangeAspect="1"/>
          </p:cNvPicPr>
          <p:nvPr/>
        </p:nvPicPr>
        <p:blipFill>
          <a:blip r:embed="rId2"/>
          <a:stretch>
            <a:fillRect/>
          </a:stretch>
        </p:blipFill>
        <p:spPr>
          <a:xfrm>
            <a:off x="9328150" y="2650066"/>
            <a:ext cx="2087034" cy="2044701"/>
          </a:xfrm>
          <a:prstGeom prst="rect">
            <a:avLst/>
          </a:prstGeom>
        </p:spPr>
      </p:pic>
    </p:spTree>
    <p:extLst>
      <p:ext uri="{BB962C8B-B14F-4D97-AF65-F5344CB8AC3E}">
        <p14:creationId xmlns:p14="http://schemas.microsoft.com/office/powerpoint/2010/main" val="30051102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A0565-549F-7763-8460-11E3551ABC64}"/>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9354F00A-C5D4-4297-B720-9F94A3C46DF6}"/>
              </a:ext>
            </a:extLst>
          </p:cNvPr>
          <p:cNvSpPr>
            <a:spLocks noGrp="1"/>
          </p:cNvSpPr>
          <p:nvPr>
            <p:ph type="body" sz="quarter" idx="13"/>
          </p:nvPr>
        </p:nvSpPr>
        <p:spPr>
          <a:xfrm>
            <a:off x="517102" y="1133125"/>
            <a:ext cx="11171524" cy="4946434"/>
          </a:xfrm>
        </p:spPr>
        <p:txBody>
          <a:bodyPr vert="horz" lIns="91440" tIns="45720" rIns="91440" bIns="45720" rtlCol="0" anchor="ctr">
            <a:noAutofit/>
          </a:bodyPr>
          <a:lstStyle/>
          <a:p>
            <a:pPr marL="0" indent="0" algn="just">
              <a:buNone/>
            </a:pPr>
            <a:endParaRPr lang="es-MX" sz="2000" b="0" dirty="0">
              <a:latin typeface="Aptos"/>
              <a:cs typeface="Arial"/>
            </a:endParaRPr>
          </a:p>
          <a:p>
            <a:pPr algn="just"/>
            <a:r>
              <a:rPr lang="es-MX" sz="1900" b="0" err="1">
                <a:latin typeface="Aptos"/>
                <a:cs typeface="Arial"/>
              </a:rPr>
              <a:t>Kubernetes</a:t>
            </a:r>
            <a:r>
              <a:rPr lang="es-MX" sz="1900" b="0" dirty="0">
                <a:latin typeface="Aptos"/>
                <a:cs typeface="Arial"/>
              </a:rPr>
              <a:t>: Automatiza la gestión, escalado y recuperación de contenedores. Por ejemplo, Spotify usa </a:t>
            </a:r>
            <a:r>
              <a:rPr lang="es-MX" sz="1900" b="0" err="1">
                <a:latin typeface="Aptos"/>
                <a:cs typeface="Arial"/>
              </a:rPr>
              <a:t>Kubernetes</a:t>
            </a:r>
            <a:r>
              <a:rPr lang="es-MX" sz="1900" b="0" dirty="0">
                <a:latin typeface="Aptos"/>
                <a:cs typeface="Arial"/>
              </a:rPr>
              <a:t> para gestionar cientos de microservicios y manejar picos globales de demanda.</a:t>
            </a:r>
            <a:endParaRPr lang="es-MX" sz="1900" b="0"/>
          </a:p>
          <a:p>
            <a:pPr algn="just"/>
            <a:r>
              <a:rPr lang="es-MX" sz="1900" b="0" dirty="0">
                <a:latin typeface="Aptos"/>
                <a:cs typeface="Arial"/>
              </a:rPr>
              <a:t>Docker: Permite crear, desplegar y ejecutar aplicaciones en contenedores. Por ejemplo, PayPal optimiza despliegues y tiempos de entrega con Docker.</a:t>
            </a:r>
            <a:endParaRPr lang="es-MX" sz="1900" b="0"/>
          </a:p>
          <a:p>
            <a:pPr algn="just"/>
            <a:r>
              <a:rPr lang="es-MX" sz="1900" b="0" dirty="0">
                <a:latin typeface="Aptos"/>
                <a:cs typeface="Arial"/>
              </a:rPr>
              <a:t>Plataformas de </a:t>
            </a:r>
            <a:r>
              <a:rPr lang="es-MX" sz="1900" b="0" err="1">
                <a:latin typeface="Aptos"/>
                <a:cs typeface="Arial"/>
              </a:rPr>
              <a:t>Contenedorización</a:t>
            </a:r>
            <a:r>
              <a:rPr lang="es-MX" sz="1900" b="0" dirty="0">
                <a:latin typeface="Aptos"/>
                <a:cs typeface="Arial"/>
              </a:rPr>
              <a:t> como Amazon ECS/EKS, Azure AKS, y Google GKE: Facilitan la integración de </a:t>
            </a:r>
            <a:r>
              <a:rPr lang="es-MX" sz="1900" b="0" err="1">
                <a:latin typeface="Aptos"/>
                <a:cs typeface="Arial"/>
              </a:rPr>
              <a:t>Kubernetes</a:t>
            </a:r>
            <a:r>
              <a:rPr lang="es-MX" sz="1900" b="0" dirty="0">
                <a:latin typeface="Aptos"/>
                <a:cs typeface="Arial"/>
              </a:rPr>
              <a:t> en la nube, con escalabilidad y monitoreo integrados. Ejemplo: Netflix utiliza estas plataformas para soportar más de 200 millones de usuarios mensuales.</a:t>
            </a:r>
            <a:endParaRPr lang="es-ES" sz="1900" b="0"/>
          </a:p>
          <a:p>
            <a:pPr marL="0" indent="0" algn="just">
              <a:buNone/>
            </a:pPr>
            <a:r>
              <a:rPr lang="es-MX" sz="1900" dirty="0">
                <a:latin typeface="Aptos"/>
                <a:cs typeface="Arial"/>
              </a:rPr>
              <a:t>Técnicas de Monitoreo Avanzado:</a:t>
            </a:r>
            <a:endParaRPr lang="es-MX" sz="1900"/>
          </a:p>
          <a:p>
            <a:pPr algn="just"/>
            <a:r>
              <a:rPr lang="es-MX" sz="1900" b="0" dirty="0">
                <a:latin typeface="Aptos"/>
                <a:cs typeface="Arial"/>
              </a:rPr>
              <a:t>Log </a:t>
            </a:r>
            <a:r>
              <a:rPr lang="es-MX" sz="1900" b="0" err="1">
                <a:latin typeface="Aptos"/>
                <a:cs typeface="Arial"/>
              </a:rPr>
              <a:t>Aggregation</a:t>
            </a:r>
            <a:r>
              <a:rPr lang="es-MX" sz="1900" b="0" dirty="0">
                <a:latin typeface="Aptos"/>
                <a:cs typeface="Arial"/>
              </a:rPr>
              <a:t>: Centraliza registros para análisis eficiente con herramientas como ELK </a:t>
            </a:r>
            <a:r>
              <a:rPr lang="es-MX" sz="1900" b="0" err="1">
                <a:latin typeface="Aptos"/>
                <a:cs typeface="Arial"/>
              </a:rPr>
              <a:t>Stack</a:t>
            </a:r>
            <a:r>
              <a:rPr lang="es-MX" sz="1900" b="0" dirty="0">
                <a:latin typeface="Aptos"/>
                <a:cs typeface="Arial"/>
              </a:rPr>
              <a:t>. Ejemplo: Airbnb detecta errores y métricas críticas.</a:t>
            </a:r>
            <a:endParaRPr lang="es-MX" sz="1900" b="0"/>
          </a:p>
          <a:p>
            <a:pPr algn="just"/>
            <a:r>
              <a:rPr lang="es-MX" sz="1900" b="0" err="1">
                <a:latin typeface="Aptos"/>
                <a:cs typeface="Arial"/>
              </a:rPr>
              <a:t>Distributed</a:t>
            </a:r>
            <a:r>
              <a:rPr lang="es-MX" sz="1900" b="0" dirty="0">
                <a:latin typeface="Aptos"/>
                <a:cs typeface="Arial"/>
              </a:rPr>
              <a:t> </a:t>
            </a:r>
            <a:r>
              <a:rPr lang="es-MX" sz="1900" b="0" err="1">
                <a:latin typeface="Aptos"/>
                <a:cs typeface="Arial"/>
              </a:rPr>
              <a:t>Tracing</a:t>
            </a:r>
            <a:r>
              <a:rPr lang="es-MX" sz="1900" b="0" dirty="0">
                <a:latin typeface="Aptos"/>
                <a:cs typeface="Arial"/>
              </a:rPr>
              <a:t>: Rastrean peticiones a través de servicios para identificar cuellos de botella. Herramientas como Jaeger y </a:t>
            </a:r>
            <a:r>
              <a:rPr lang="es-MX" sz="1900" b="0" err="1">
                <a:latin typeface="Aptos"/>
                <a:cs typeface="Arial"/>
              </a:rPr>
              <a:t>Zipkin</a:t>
            </a:r>
            <a:r>
              <a:rPr lang="es-MX" sz="1900" b="0" dirty="0">
                <a:latin typeface="Aptos"/>
                <a:cs typeface="Arial"/>
              </a:rPr>
              <a:t>. Ejemplo: Uber optimiza tiempos de respuesta y experiencia del usuario.</a:t>
            </a:r>
            <a:endParaRPr lang="es-MX" sz="1900" b="0"/>
          </a:p>
          <a:p>
            <a:pPr algn="just"/>
            <a:endParaRPr lang="es-MX" sz="1900" dirty="0">
              <a:latin typeface="Aptos"/>
            </a:endParaRPr>
          </a:p>
        </p:txBody>
      </p:sp>
      <p:sp>
        <p:nvSpPr>
          <p:cNvPr id="2" name="Título 1">
            <a:extLst>
              <a:ext uri="{FF2B5EF4-FFF2-40B4-BE49-F238E27FC236}">
                <a16:creationId xmlns:a16="http://schemas.microsoft.com/office/drawing/2014/main" id="{912EE8BC-7BD0-2053-C9F2-006BF6915DF2}"/>
              </a:ext>
            </a:extLst>
          </p:cNvPr>
          <p:cNvSpPr>
            <a:spLocks noGrp="1"/>
          </p:cNvSpPr>
          <p:nvPr>
            <p:ph type="title" idx="4294967295"/>
          </p:nvPr>
        </p:nvSpPr>
        <p:spPr>
          <a:xfrm>
            <a:off x="919691" y="95779"/>
            <a:ext cx="7102475" cy="1031875"/>
          </a:xfrm>
        </p:spPr>
        <p:txBody>
          <a:bodyPr>
            <a:normAutofit/>
          </a:bodyPr>
          <a:lstStyle/>
          <a:p>
            <a:r>
              <a:rPr lang="es-CL" sz="3200" b="1" dirty="0">
                <a:latin typeface="Arial"/>
                <a:cs typeface="Arial"/>
              </a:rPr>
              <a:t>Herramientas y Tecnologías</a:t>
            </a:r>
            <a:endParaRPr lang="es-ES_tradnl" sz="3200" b="1">
              <a:latin typeface="Arial"/>
              <a:cs typeface="Arial"/>
            </a:endParaRPr>
          </a:p>
        </p:txBody>
      </p:sp>
    </p:spTree>
    <p:extLst>
      <p:ext uri="{BB962C8B-B14F-4D97-AF65-F5344CB8AC3E}">
        <p14:creationId xmlns:p14="http://schemas.microsoft.com/office/powerpoint/2010/main" val="677289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 name="Imagen 3" descr="Interfaz de usuario gráfica&#10;&#10;El contenido generado por inteligencia artificial puede ser incorrecto.">
            <a:extLst>
              <a:ext uri="{FF2B5EF4-FFF2-40B4-BE49-F238E27FC236}">
                <a16:creationId xmlns:a16="http://schemas.microsoft.com/office/drawing/2014/main" id="{3F3D9C7E-4C15-2003-BE49-D2D56401BF03}"/>
              </a:ext>
            </a:extLst>
          </p:cNvPr>
          <p:cNvPicPr>
            <a:picLocks noChangeAspect="1"/>
          </p:cNvPicPr>
          <p:nvPr/>
        </p:nvPicPr>
        <p:blipFill>
          <a:blip r:embed="rId2"/>
          <a:srcRect l="340" t="2956" r="-170" b="39039"/>
          <a:stretch/>
        </p:blipFill>
        <p:spPr>
          <a:xfrm>
            <a:off x="3303820" y="1716785"/>
            <a:ext cx="5586046" cy="2386782"/>
          </a:xfrm>
          <a:prstGeom prst="rect">
            <a:avLst/>
          </a:prstGeom>
        </p:spPr>
      </p:pic>
      <p:pic>
        <p:nvPicPr>
          <p:cNvPr id="7" name="Imagen 6" descr="Interfaz de usuario gráfica&#10;&#10;El contenido generado por inteligencia artificial puede ser incorrecto.">
            <a:extLst>
              <a:ext uri="{FF2B5EF4-FFF2-40B4-BE49-F238E27FC236}">
                <a16:creationId xmlns:a16="http://schemas.microsoft.com/office/drawing/2014/main" id="{EB0DC698-58E8-BD0F-954E-9B31D2FECBDF}"/>
              </a:ext>
            </a:extLst>
          </p:cNvPr>
          <p:cNvPicPr>
            <a:picLocks noChangeAspect="1"/>
          </p:cNvPicPr>
          <p:nvPr/>
        </p:nvPicPr>
        <p:blipFill>
          <a:blip r:embed="rId2"/>
          <a:srcRect t="73389" r="103" b="-140"/>
          <a:stretch/>
        </p:blipFill>
        <p:spPr>
          <a:xfrm>
            <a:off x="1703620" y="3736085"/>
            <a:ext cx="8786445" cy="1898030"/>
          </a:xfrm>
          <a:prstGeom prst="rect">
            <a:avLst/>
          </a:prstGeom>
        </p:spPr>
      </p:pic>
    </p:spTree>
    <p:extLst>
      <p:ext uri="{BB962C8B-B14F-4D97-AF65-F5344CB8AC3E}">
        <p14:creationId xmlns:p14="http://schemas.microsoft.com/office/powerpoint/2010/main" val="1671260188"/>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0E2841"/>
      </a:dk2>
      <a:lt2>
        <a:srgbClr val="E8E8E8"/>
      </a:lt2>
      <a:accent1>
        <a:srgbClr val="196B24"/>
      </a:accent1>
      <a:accent2>
        <a:srgbClr val="4EA72E"/>
      </a:accent2>
      <a:accent3>
        <a:srgbClr val="156082"/>
      </a:accent3>
      <a:accent4>
        <a:srgbClr val="0F9ED5"/>
      </a:accent4>
      <a:accent5>
        <a:srgbClr val="A02B93"/>
      </a:accent5>
      <a:accent6>
        <a:srgbClr val="E97132"/>
      </a:accent6>
      <a:hlink>
        <a:srgbClr val="467886"/>
      </a:hlink>
      <a:folHlink>
        <a:srgbClr val="96607D"/>
      </a:folHlink>
    </a:clrScheme>
    <a:fontScheme name="Tema de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97E0A228-C590-4D20-B05F-A6BF04A05448}"/>
    </a:ext>
  </a:extLst>
</a:theme>
</file>

<file path=ppt/theme/theme2.xml><?xml version="1.0" encoding="utf-8"?>
<a:theme xmlns:a="http://schemas.openxmlformats.org/drawingml/2006/main" name="1_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D1005562F69253458C66FE00CE3BB6F2" ma:contentTypeVersion="0" ma:contentTypeDescription="Crear nuevo documento." ma:contentTypeScope="" ma:versionID="a0efc69d7120d0e68e9624225581c5a7">
  <xsd:schema xmlns:xsd="http://www.w3.org/2001/XMLSchema" xmlns:xs="http://www.w3.org/2001/XMLSchema" xmlns:p="http://schemas.microsoft.com/office/2006/metadata/properties" targetNamespace="http://schemas.microsoft.com/office/2006/metadata/properties" ma:root="true" ma:fieldsID="26ff3a126252e742cc2543983a566b0e">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C58CA3E-C0DA-46ED-9440-7D10196C7762}">
  <ds:schemaRefs>
    <ds:schemaRef ds:uri="http://schemas.microsoft.com/office/2006/metadata/properties"/>
    <ds:schemaRef ds:uri="http://schemas.microsoft.com/office/infopath/2007/PartnerControls"/>
    <ds:schemaRef ds:uri="4215e297-5d6e-42b1-b795-55976a17412c"/>
    <ds:schemaRef ds:uri="dbb86751-ad4c-49ff-a33d-b7314027950b"/>
  </ds:schemaRefs>
</ds:datastoreItem>
</file>

<file path=customXml/itemProps2.xml><?xml version="1.0" encoding="utf-8"?>
<ds:datastoreItem xmlns:ds="http://schemas.openxmlformats.org/officeDocument/2006/customXml" ds:itemID="{D3CEECBC-86C8-41EC-956F-8635663DD983}"/>
</file>

<file path=customXml/itemProps3.xml><?xml version="1.0" encoding="utf-8"?>
<ds:datastoreItem xmlns:ds="http://schemas.openxmlformats.org/officeDocument/2006/customXml" ds:itemID="{47BD4256-76F8-4EE6-AF14-F39F3CD068A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1268</TotalTime>
  <Words>1307</Words>
  <Application>Microsoft Office PowerPoint</Application>
  <PresentationFormat>Panorámica</PresentationFormat>
  <Paragraphs>122</Paragraphs>
  <Slides>18</Slides>
  <Notes>8</Notes>
  <HiddenSlides>0</HiddenSlides>
  <MMClips>0</MMClips>
  <ScaleCrop>false</ScaleCrop>
  <HeadingPairs>
    <vt:vector size="4" baseType="variant">
      <vt:variant>
        <vt:lpstr>Tema</vt:lpstr>
      </vt:variant>
      <vt:variant>
        <vt:i4>2</vt:i4>
      </vt:variant>
      <vt:variant>
        <vt:lpstr>Títulos de diapositiva</vt:lpstr>
      </vt:variant>
      <vt:variant>
        <vt:i4>18</vt:i4>
      </vt:variant>
    </vt:vector>
  </HeadingPairs>
  <TitlesOfParts>
    <vt:vector size="20" baseType="lpstr">
      <vt:lpstr>Tema de Office</vt:lpstr>
      <vt:lpstr>1_Tema de Office</vt:lpstr>
      <vt:lpstr>ANÁLISIS DE PATRONES DE ARQUITECTURA Y SUS COMBINACIONES</vt:lpstr>
      <vt:lpstr>Presentación de PowerPoint</vt:lpstr>
      <vt:lpstr>PATRONES DE ARQUITECTURA COMUNES</vt:lpstr>
      <vt:lpstr>Arquitectura Monolítica</vt:lpstr>
      <vt:lpstr>Arquitectura Monolítica</vt:lpstr>
      <vt:lpstr>Arquitectura de Microservicios</vt:lpstr>
      <vt:lpstr>Arquitectura de Microservicios</vt:lpstr>
      <vt:lpstr>Arquitectura Orientada a Eventos (Event-Driven Architecture)</vt:lpstr>
      <vt:lpstr>Arquitectura Serverless</vt:lpstr>
      <vt:lpstr>Patrones de Arquitectura Combinados</vt:lpstr>
      <vt:lpstr>MICROSERVICIOS</vt:lpstr>
      <vt:lpstr>Fundamentos de los Microservicios </vt:lpstr>
      <vt:lpstr>Ventajas de los Microservicios</vt:lpstr>
      <vt:lpstr>Presentación de PowerPoint</vt:lpstr>
      <vt:lpstr>Presentación de PowerPoint</vt:lpstr>
      <vt:lpstr>Presentación de PowerPoint</vt:lpstr>
      <vt:lpstr>Herramientas y Tecnologías</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Daniela Osorio C.</dc:creator>
  <cp:lastModifiedBy>Castellon Rios Anyelo Cristensen</cp:lastModifiedBy>
  <cp:revision>567</cp:revision>
  <dcterms:created xsi:type="dcterms:W3CDTF">2024-03-07T18:55:37Z</dcterms:created>
  <dcterms:modified xsi:type="dcterms:W3CDTF">2025-01-23T13:13:00Z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0x010100D1005562F69253458C66FE00CE3BB6F2</vt:lpwstr>
  </property>
  <property fmtid="{D5CDD505-2E9C-101B-9397-08002B2CF9AE}" pid="3" name="MSIP_Label_1fa05ac2-419e-4c0f-b1af-15172be547c3_Enabled">
    <vt:lpwstr>true</vt:lpwstr>
  </property>
  <property fmtid="{D5CDD505-2E9C-101B-9397-08002B2CF9AE}" pid="4" name="MSIP_Label_1fa05ac2-419e-4c0f-b1af-15172be547c3_SetDate">
    <vt:lpwstr>2024-11-15T18:38:44Z</vt:lpwstr>
  </property>
  <property fmtid="{D5CDD505-2E9C-101B-9397-08002B2CF9AE}" pid="5" name="MSIP_Label_1fa05ac2-419e-4c0f-b1af-15172be547c3_Method">
    <vt:lpwstr>Standard</vt:lpwstr>
  </property>
  <property fmtid="{D5CDD505-2E9C-101B-9397-08002B2CF9AE}" pid="6" name="MSIP_Label_1fa05ac2-419e-4c0f-b1af-15172be547c3_Name">
    <vt:lpwstr>Personal</vt:lpwstr>
  </property>
  <property fmtid="{D5CDD505-2E9C-101B-9397-08002B2CF9AE}" pid="7" name="MSIP_Label_1fa05ac2-419e-4c0f-b1af-15172be547c3_SiteId">
    <vt:lpwstr>189d9de0-0fef-4050-9094-e7cf9e6b3bb5</vt:lpwstr>
  </property>
  <property fmtid="{D5CDD505-2E9C-101B-9397-08002B2CF9AE}" pid="8" name="MSIP_Label_1fa05ac2-419e-4c0f-b1af-15172be547c3_ActionId">
    <vt:lpwstr>752882c8-b9d0-41c9-b85a-0cbd68a9546d</vt:lpwstr>
  </property>
  <property fmtid="{D5CDD505-2E9C-101B-9397-08002B2CF9AE}" pid="9" name="MSIP_Label_1fa05ac2-419e-4c0f-b1af-15172be547c3_ContentBits">
    <vt:lpwstr>2</vt:lpwstr>
  </property>
  <property fmtid="{D5CDD505-2E9C-101B-9397-08002B2CF9AE}" pid="10" name="ClassificationContentMarkingFooterLocations">
    <vt:lpwstr>Tema de Office:8\1_Tema de Office:8</vt:lpwstr>
  </property>
  <property fmtid="{D5CDD505-2E9C-101B-9397-08002B2CF9AE}" pid="11" name="ClassificationContentMarkingFooterText">
    <vt:lpwstr>Interna</vt:lpwstr>
  </property>
</Properties>
</file>